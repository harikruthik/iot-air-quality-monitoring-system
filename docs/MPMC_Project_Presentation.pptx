
<file path=[Content_Types].xml><?xml version="1.0" encoding="utf-8"?>
<Types xmlns="http://schemas.openxmlformats.org/package/2006/content-types">
  <Default ContentType="image/jp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2.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image/jpeg" PartName="/ppt/media/image18.jpg"/>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2.xml"/>
  <Override ContentType="application/vnd.openxmlformats-officedocument.theme+xml" PartName="/ppt/theme/theme1.xml"/>
  <Override ContentType="application/vnd.openxmlformats-officedocument.presentationml.viewProps+xml" PartName="/ppt/viewProps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12192000" cy="6858000"/>
  <p:defaultTextStyle>
    <a:defPPr lvl="0">
      <a:defRPr kern="0"/>
    </a:defPPr>
    <a:lvl1pPr lvl="0">
      <a:defRPr/>
    </a:lvl1pPr>
    <a:lvl2pPr lvl="1">
      <a:defRPr/>
    </a:lvl2pPr>
    <a:lvl3pPr lvl="2">
      <a:defRPr/>
    </a:lvl3pPr>
    <a:lvl4pPr lvl="3">
      <a:defRPr/>
    </a:lvl4pPr>
    <a:lvl5pPr lvl="4">
      <a:defRPr/>
    </a:lvl5pPr>
    <a:lvl6pPr lvl="5">
      <a:defRPr/>
    </a:lvl6pPr>
    <a:lvl7pPr lvl="6">
      <a:defRPr/>
    </a:lvl7pPr>
    <a:lvl8pPr lvl="7">
      <a:defRPr/>
    </a:lvl8pPr>
    <a:lvl9pPr lvl="8">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2.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2.xml><?xml version="1.0" encoding="utf-8"?>
<a:tblStyleLst xmlns:a="http://schemas.openxmlformats.org/drawingml/2006/main" xmlns:r="http://schemas.openxmlformats.org/officeDocument/2006/relationships" def="{965BECF9-B3B3-4984-AF5F-81A24F20CE11}">
  <a:tblStyle styleId="{965BECF9-B3B3-4984-AF5F-81A24F20CE1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D5ABB26-0587-4C30-8999-92F81FD0307C}" styleName="No Style, No Grid">
    <a:wholeTbl>
      <a:tcTxStyle>
        <a:fontRef idx="minor">
          <a:scrgbClr b="0" g="0" r="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2.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2.xml"/><Relationship Id="rId3" Type="http://schemas.openxmlformats.org/officeDocument/2006/relationships/presProps" Target="presProps2.xml"/><Relationship Id="rId4" Type="http://schemas.openxmlformats.org/officeDocument/2006/relationships/tableStyles" Target="tableStyles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slideMaster" Target="slideMasters/slide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rlito"/>
                <a:cs typeface="Carlito"/>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1303019" y="12697"/>
            <a:ext cx="9768840" cy="6845300"/>
          </a:xfrm>
          <a:prstGeom prst="rect">
            <a:avLst/>
          </a:prstGeom>
        </p:spPr>
      </p:pic>
      <p:sp>
        <p:nvSpPr>
          <p:cNvPr id="2" name="Holder 2"/>
          <p:cNvSpPr>
            <a:spLocks noGrp="1"/>
          </p:cNvSpPr>
          <p:nvPr>
            <p:ph type="title"/>
          </p:nvPr>
        </p:nvSpPr>
        <p:spPr/>
        <p:txBody>
          <a:bodyPr lIns="0" tIns="0" rIns="0" bIns="0"/>
          <a:lstStyle>
            <a:lvl1pPr>
              <a:defRPr sz="4400" b="0" i="0">
                <a:solidFill>
                  <a:schemeClr val="tx1"/>
                </a:solidFill>
                <a:latin typeface="Carlito"/>
                <a:cs typeface="Carlito"/>
              </a:defRPr>
            </a:lvl1pPr>
          </a:lstStyle>
          <a:p>
            <a:endParaRPr/>
          </a:p>
        </p:txBody>
      </p:sp>
      <p:sp>
        <p:nvSpPr>
          <p:cNvPr id="3" name="Holder 3"/>
          <p:cNvSpPr>
            <a:spLocks noGrp="1"/>
          </p:cNvSpPr>
          <p:nvPr>
            <p:ph sz="half" idx="2"/>
          </p:nvPr>
        </p:nvSpPr>
        <p:spPr>
          <a:xfrm>
            <a:off x="2037333" y="1532635"/>
            <a:ext cx="3881120" cy="4583430"/>
          </a:xfrm>
          <a:prstGeom prst="rect">
            <a:avLst/>
          </a:prstGeom>
        </p:spPr>
        <p:txBody>
          <a:bodyPr wrap="square" lIns="0" tIns="0" rIns="0" bIns="0">
            <a:spAutoFit/>
          </a:bodyPr>
          <a:lstStyle>
            <a:lvl1pPr>
              <a:defRPr sz="1800" b="0" i="0">
                <a:solidFill>
                  <a:srgbClr val="1F487C"/>
                </a:solidFill>
                <a:latin typeface="Carlito"/>
                <a:cs typeface="Carlito"/>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940298"/>
            <a:ext cx="12192000" cy="1917700"/>
          </a:xfrm>
          <a:custGeom>
            <a:avLst/>
            <a:gdLst/>
            <a:ahLst/>
            <a:cxnLst/>
            <a:rect l="l" t="t" r="r" b="b"/>
            <a:pathLst>
              <a:path w="12192000" h="1917700">
                <a:moveTo>
                  <a:pt x="0" y="508000"/>
                </a:moveTo>
                <a:lnTo>
                  <a:pt x="0" y="1917700"/>
                </a:lnTo>
                <a:lnTo>
                  <a:pt x="12192000" y="1917700"/>
                </a:lnTo>
                <a:lnTo>
                  <a:pt x="12192000" y="901700"/>
                </a:lnTo>
                <a:lnTo>
                  <a:pt x="11775186" y="901700"/>
                </a:lnTo>
                <a:lnTo>
                  <a:pt x="11751786" y="889000"/>
                </a:lnTo>
                <a:lnTo>
                  <a:pt x="11721719" y="889000"/>
                </a:lnTo>
                <a:lnTo>
                  <a:pt x="11693747" y="863600"/>
                </a:lnTo>
                <a:lnTo>
                  <a:pt x="11676634" y="850900"/>
                </a:lnTo>
                <a:lnTo>
                  <a:pt x="11671067" y="850900"/>
                </a:lnTo>
                <a:lnTo>
                  <a:pt x="11665442" y="838200"/>
                </a:lnTo>
                <a:lnTo>
                  <a:pt x="11654155" y="838200"/>
                </a:lnTo>
                <a:lnTo>
                  <a:pt x="11652123" y="825500"/>
                </a:lnTo>
                <a:lnTo>
                  <a:pt x="11604371" y="812800"/>
                </a:lnTo>
                <a:lnTo>
                  <a:pt x="11435334" y="762000"/>
                </a:lnTo>
                <a:lnTo>
                  <a:pt x="11404770" y="749300"/>
                </a:lnTo>
                <a:lnTo>
                  <a:pt x="11367135" y="736600"/>
                </a:lnTo>
                <a:lnTo>
                  <a:pt x="11327784" y="736600"/>
                </a:lnTo>
                <a:lnTo>
                  <a:pt x="11292078" y="723900"/>
                </a:lnTo>
                <a:lnTo>
                  <a:pt x="11268525" y="711200"/>
                </a:lnTo>
                <a:lnTo>
                  <a:pt x="11249961" y="711200"/>
                </a:lnTo>
                <a:lnTo>
                  <a:pt x="11235374" y="698500"/>
                </a:lnTo>
                <a:lnTo>
                  <a:pt x="11157839" y="698500"/>
                </a:lnTo>
                <a:lnTo>
                  <a:pt x="11141057" y="685800"/>
                </a:lnTo>
                <a:lnTo>
                  <a:pt x="11095777" y="685800"/>
                </a:lnTo>
                <a:lnTo>
                  <a:pt x="11077067" y="673100"/>
                </a:lnTo>
                <a:lnTo>
                  <a:pt x="11038681" y="673100"/>
                </a:lnTo>
                <a:lnTo>
                  <a:pt x="11021238" y="660400"/>
                </a:lnTo>
                <a:lnTo>
                  <a:pt x="10929366" y="660400"/>
                </a:lnTo>
                <a:lnTo>
                  <a:pt x="10920281" y="647700"/>
                </a:lnTo>
                <a:lnTo>
                  <a:pt x="10851643" y="647700"/>
                </a:lnTo>
                <a:lnTo>
                  <a:pt x="10840037" y="635000"/>
                </a:lnTo>
                <a:lnTo>
                  <a:pt x="10829502" y="635000"/>
                </a:lnTo>
                <a:lnTo>
                  <a:pt x="10819765" y="622300"/>
                </a:lnTo>
                <a:lnTo>
                  <a:pt x="10788777" y="622300"/>
                </a:lnTo>
                <a:lnTo>
                  <a:pt x="10764579" y="596900"/>
                </a:lnTo>
                <a:lnTo>
                  <a:pt x="10714089" y="571500"/>
                </a:lnTo>
                <a:lnTo>
                  <a:pt x="343712" y="571500"/>
                </a:lnTo>
                <a:lnTo>
                  <a:pt x="310852" y="558800"/>
                </a:lnTo>
                <a:lnTo>
                  <a:pt x="281225" y="546100"/>
                </a:lnTo>
                <a:lnTo>
                  <a:pt x="81078" y="546100"/>
                </a:lnTo>
                <a:lnTo>
                  <a:pt x="38475" y="533400"/>
                </a:lnTo>
                <a:lnTo>
                  <a:pt x="33626" y="533400"/>
                </a:lnTo>
                <a:lnTo>
                  <a:pt x="26310" y="520700"/>
                </a:lnTo>
                <a:lnTo>
                  <a:pt x="5721" y="520700"/>
                </a:lnTo>
                <a:lnTo>
                  <a:pt x="0" y="508000"/>
                </a:lnTo>
                <a:close/>
              </a:path>
              <a:path w="12192000" h="1917700">
                <a:moveTo>
                  <a:pt x="12192000" y="889000"/>
                </a:moveTo>
                <a:lnTo>
                  <a:pt x="11787290" y="889000"/>
                </a:lnTo>
                <a:lnTo>
                  <a:pt x="11775186" y="901700"/>
                </a:lnTo>
                <a:lnTo>
                  <a:pt x="12192000" y="901700"/>
                </a:lnTo>
                <a:lnTo>
                  <a:pt x="12192000" y="889000"/>
                </a:lnTo>
                <a:close/>
              </a:path>
              <a:path w="12192000" h="1917700">
                <a:moveTo>
                  <a:pt x="11879072" y="876300"/>
                </a:moveTo>
                <a:lnTo>
                  <a:pt x="11826367" y="889000"/>
                </a:lnTo>
                <a:lnTo>
                  <a:pt x="11889613" y="889000"/>
                </a:lnTo>
                <a:lnTo>
                  <a:pt x="11879072" y="876300"/>
                </a:lnTo>
                <a:close/>
              </a:path>
              <a:path w="12192000" h="1917700">
                <a:moveTo>
                  <a:pt x="12144247" y="876300"/>
                </a:moveTo>
                <a:lnTo>
                  <a:pt x="12108307" y="876300"/>
                </a:lnTo>
                <a:lnTo>
                  <a:pt x="12016613" y="889000"/>
                </a:lnTo>
                <a:lnTo>
                  <a:pt x="12163671" y="889000"/>
                </a:lnTo>
                <a:lnTo>
                  <a:pt x="12144247" y="876300"/>
                </a:lnTo>
                <a:close/>
              </a:path>
              <a:path w="12192000" h="1917700">
                <a:moveTo>
                  <a:pt x="10502392" y="546100"/>
                </a:moveTo>
                <a:lnTo>
                  <a:pt x="505089" y="546100"/>
                </a:lnTo>
                <a:lnTo>
                  <a:pt x="471068" y="558800"/>
                </a:lnTo>
                <a:lnTo>
                  <a:pt x="405056" y="558800"/>
                </a:lnTo>
                <a:lnTo>
                  <a:pt x="373813" y="571500"/>
                </a:lnTo>
                <a:lnTo>
                  <a:pt x="10689463" y="571500"/>
                </a:lnTo>
                <a:lnTo>
                  <a:pt x="10502392" y="546100"/>
                </a:lnTo>
                <a:close/>
              </a:path>
              <a:path w="12192000" h="1917700">
                <a:moveTo>
                  <a:pt x="10508361" y="533400"/>
                </a:moveTo>
                <a:lnTo>
                  <a:pt x="580148" y="533400"/>
                </a:lnTo>
                <a:lnTo>
                  <a:pt x="542091" y="546100"/>
                </a:lnTo>
                <a:lnTo>
                  <a:pt x="10505440" y="546100"/>
                </a:lnTo>
                <a:lnTo>
                  <a:pt x="10508361" y="533400"/>
                </a:lnTo>
                <a:close/>
              </a:path>
              <a:path w="12192000" h="1917700">
                <a:moveTo>
                  <a:pt x="788492" y="508000"/>
                </a:moveTo>
                <a:lnTo>
                  <a:pt x="776848" y="508000"/>
                </a:lnTo>
                <a:lnTo>
                  <a:pt x="758150" y="520700"/>
                </a:lnTo>
                <a:lnTo>
                  <a:pt x="738802" y="520700"/>
                </a:lnTo>
                <a:lnTo>
                  <a:pt x="725208" y="533400"/>
                </a:lnTo>
                <a:lnTo>
                  <a:pt x="885977" y="533400"/>
                </a:lnTo>
                <a:lnTo>
                  <a:pt x="788492" y="508000"/>
                </a:lnTo>
                <a:close/>
              </a:path>
              <a:path w="12192000" h="1917700">
                <a:moveTo>
                  <a:pt x="10428478" y="495300"/>
                </a:moveTo>
                <a:lnTo>
                  <a:pt x="1140372" y="495300"/>
                </a:lnTo>
                <a:lnTo>
                  <a:pt x="1118009" y="508000"/>
                </a:lnTo>
                <a:lnTo>
                  <a:pt x="1057945" y="508000"/>
                </a:lnTo>
                <a:lnTo>
                  <a:pt x="966127" y="533400"/>
                </a:lnTo>
                <a:lnTo>
                  <a:pt x="10465054" y="533400"/>
                </a:lnTo>
                <a:lnTo>
                  <a:pt x="10464673" y="520700"/>
                </a:lnTo>
                <a:lnTo>
                  <a:pt x="10444416" y="520700"/>
                </a:lnTo>
                <a:lnTo>
                  <a:pt x="10436661" y="508000"/>
                </a:lnTo>
                <a:lnTo>
                  <a:pt x="10428478" y="495300"/>
                </a:lnTo>
                <a:close/>
              </a:path>
              <a:path w="12192000" h="1917700">
                <a:moveTo>
                  <a:pt x="10487088" y="520700"/>
                </a:moveTo>
                <a:lnTo>
                  <a:pt x="10474198" y="520700"/>
                </a:lnTo>
                <a:lnTo>
                  <a:pt x="10470261" y="533400"/>
                </a:lnTo>
                <a:lnTo>
                  <a:pt x="10492128" y="533400"/>
                </a:lnTo>
                <a:lnTo>
                  <a:pt x="10487088" y="520700"/>
                </a:lnTo>
                <a:close/>
              </a:path>
              <a:path w="12192000" h="1917700">
                <a:moveTo>
                  <a:pt x="8444321" y="431800"/>
                </a:moveTo>
                <a:lnTo>
                  <a:pt x="1316228" y="431800"/>
                </a:lnTo>
                <a:lnTo>
                  <a:pt x="1286359" y="457200"/>
                </a:lnTo>
                <a:lnTo>
                  <a:pt x="1188631" y="495300"/>
                </a:lnTo>
                <a:lnTo>
                  <a:pt x="10405872" y="495300"/>
                </a:lnTo>
                <a:lnTo>
                  <a:pt x="10392330" y="482600"/>
                </a:lnTo>
                <a:lnTo>
                  <a:pt x="10373741" y="469900"/>
                </a:lnTo>
                <a:lnTo>
                  <a:pt x="10320147" y="469900"/>
                </a:lnTo>
                <a:lnTo>
                  <a:pt x="10315017" y="457200"/>
                </a:lnTo>
                <a:lnTo>
                  <a:pt x="8551951" y="457200"/>
                </a:lnTo>
                <a:lnTo>
                  <a:pt x="8527272" y="444500"/>
                </a:lnTo>
                <a:lnTo>
                  <a:pt x="8475853" y="444500"/>
                </a:lnTo>
                <a:lnTo>
                  <a:pt x="8444321" y="431800"/>
                </a:lnTo>
                <a:close/>
              </a:path>
              <a:path w="12192000" h="1917700">
                <a:moveTo>
                  <a:pt x="10197395" y="444500"/>
                </a:moveTo>
                <a:lnTo>
                  <a:pt x="8612124" y="444500"/>
                </a:lnTo>
                <a:lnTo>
                  <a:pt x="8588629" y="457200"/>
                </a:lnTo>
                <a:lnTo>
                  <a:pt x="10225198" y="457200"/>
                </a:lnTo>
                <a:lnTo>
                  <a:pt x="10197395" y="444500"/>
                </a:lnTo>
                <a:close/>
              </a:path>
              <a:path w="12192000" h="1917700">
                <a:moveTo>
                  <a:pt x="8829548" y="431800"/>
                </a:moveTo>
                <a:lnTo>
                  <a:pt x="8643852" y="431800"/>
                </a:lnTo>
                <a:lnTo>
                  <a:pt x="8630666" y="444500"/>
                </a:lnTo>
                <a:lnTo>
                  <a:pt x="8869732" y="444500"/>
                </a:lnTo>
                <a:lnTo>
                  <a:pt x="8829548" y="431800"/>
                </a:lnTo>
                <a:close/>
              </a:path>
              <a:path w="12192000" h="1917700">
                <a:moveTo>
                  <a:pt x="10153437" y="431800"/>
                </a:moveTo>
                <a:lnTo>
                  <a:pt x="8901557" y="431800"/>
                </a:lnTo>
                <a:lnTo>
                  <a:pt x="8869732" y="444500"/>
                </a:lnTo>
                <a:lnTo>
                  <a:pt x="10170795" y="444500"/>
                </a:lnTo>
                <a:lnTo>
                  <a:pt x="10153437" y="431800"/>
                </a:lnTo>
                <a:close/>
              </a:path>
              <a:path w="12192000" h="1917700">
                <a:moveTo>
                  <a:pt x="8356346" y="406400"/>
                </a:moveTo>
                <a:lnTo>
                  <a:pt x="8279542" y="406400"/>
                </a:lnTo>
                <a:lnTo>
                  <a:pt x="8268509" y="419100"/>
                </a:lnTo>
                <a:lnTo>
                  <a:pt x="1332563" y="419100"/>
                </a:lnTo>
                <a:lnTo>
                  <a:pt x="1322877" y="431800"/>
                </a:lnTo>
                <a:lnTo>
                  <a:pt x="8409908" y="431800"/>
                </a:lnTo>
                <a:lnTo>
                  <a:pt x="8378590" y="419100"/>
                </a:lnTo>
                <a:lnTo>
                  <a:pt x="8356346" y="406400"/>
                </a:lnTo>
                <a:close/>
              </a:path>
              <a:path w="12192000" h="1917700">
                <a:moveTo>
                  <a:pt x="9955784" y="381000"/>
                </a:moveTo>
                <a:lnTo>
                  <a:pt x="9905617" y="381000"/>
                </a:lnTo>
                <a:lnTo>
                  <a:pt x="9890252" y="393700"/>
                </a:lnTo>
                <a:lnTo>
                  <a:pt x="9083675" y="393700"/>
                </a:lnTo>
                <a:lnTo>
                  <a:pt x="9016079" y="406400"/>
                </a:lnTo>
                <a:lnTo>
                  <a:pt x="8967808" y="419100"/>
                </a:lnTo>
                <a:lnTo>
                  <a:pt x="8931941" y="431800"/>
                </a:lnTo>
                <a:lnTo>
                  <a:pt x="10148617" y="431800"/>
                </a:lnTo>
                <a:lnTo>
                  <a:pt x="10140344" y="419100"/>
                </a:lnTo>
                <a:lnTo>
                  <a:pt x="10112629" y="419100"/>
                </a:lnTo>
                <a:lnTo>
                  <a:pt x="10049891" y="406400"/>
                </a:lnTo>
                <a:lnTo>
                  <a:pt x="10032746" y="406400"/>
                </a:lnTo>
                <a:lnTo>
                  <a:pt x="9955784" y="381000"/>
                </a:lnTo>
                <a:close/>
              </a:path>
              <a:path w="12192000" h="1917700">
                <a:moveTo>
                  <a:pt x="8181014" y="381000"/>
                </a:moveTo>
                <a:lnTo>
                  <a:pt x="1503807" y="381000"/>
                </a:lnTo>
                <a:lnTo>
                  <a:pt x="1475819" y="393700"/>
                </a:lnTo>
                <a:lnTo>
                  <a:pt x="1456880" y="406400"/>
                </a:lnTo>
                <a:lnTo>
                  <a:pt x="1441942" y="419100"/>
                </a:lnTo>
                <a:lnTo>
                  <a:pt x="8268509" y="419100"/>
                </a:lnTo>
                <a:lnTo>
                  <a:pt x="8248523" y="406400"/>
                </a:lnTo>
                <a:lnTo>
                  <a:pt x="8221543" y="406400"/>
                </a:lnTo>
                <a:lnTo>
                  <a:pt x="8201088" y="393700"/>
                </a:lnTo>
                <a:lnTo>
                  <a:pt x="8181014" y="381000"/>
                </a:lnTo>
                <a:close/>
              </a:path>
              <a:path w="12192000" h="1917700">
                <a:moveTo>
                  <a:pt x="9854636" y="381000"/>
                </a:moveTo>
                <a:lnTo>
                  <a:pt x="9283892" y="381000"/>
                </a:lnTo>
                <a:lnTo>
                  <a:pt x="9226899" y="393700"/>
                </a:lnTo>
                <a:lnTo>
                  <a:pt x="9890252" y="393700"/>
                </a:lnTo>
                <a:lnTo>
                  <a:pt x="9854636" y="381000"/>
                </a:lnTo>
                <a:close/>
              </a:path>
              <a:path w="12192000" h="1917700">
                <a:moveTo>
                  <a:pt x="8134177" y="368300"/>
                </a:moveTo>
                <a:lnTo>
                  <a:pt x="1692874" y="368300"/>
                </a:lnTo>
                <a:lnTo>
                  <a:pt x="1673828" y="381000"/>
                </a:lnTo>
                <a:lnTo>
                  <a:pt x="8155178" y="381000"/>
                </a:lnTo>
                <a:lnTo>
                  <a:pt x="8134177" y="368300"/>
                </a:lnTo>
                <a:close/>
              </a:path>
              <a:path w="12192000" h="1917700">
                <a:moveTo>
                  <a:pt x="9385681" y="368300"/>
                </a:moveTo>
                <a:lnTo>
                  <a:pt x="9371365" y="368300"/>
                </a:lnTo>
                <a:lnTo>
                  <a:pt x="9371457" y="381000"/>
                </a:lnTo>
                <a:lnTo>
                  <a:pt x="9407425" y="381000"/>
                </a:lnTo>
                <a:lnTo>
                  <a:pt x="9385681" y="368300"/>
                </a:lnTo>
                <a:close/>
              </a:path>
              <a:path w="12192000" h="1917700">
                <a:moveTo>
                  <a:pt x="9746493" y="368300"/>
                </a:moveTo>
                <a:lnTo>
                  <a:pt x="9542780" y="368300"/>
                </a:lnTo>
                <a:lnTo>
                  <a:pt x="9516999" y="381000"/>
                </a:lnTo>
                <a:lnTo>
                  <a:pt x="9752838" y="381000"/>
                </a:lnTo>
                <a:lnTo>
                  <a:pt x="9746493" y="368300"/>
                </a:lnTo>
                <a:close/>
              </a:path>
              <a:path w="12192000" h="1917700">
                <a:moveTo>
                  <a:pt x="8071288" y="342900"/>
                </a:moveTo>
                <a:lnTo>
                  <a:pt x="1791227" y="342900"/>
                </a:lnTo>
                <a:lnTo>
                  <a:pt x="1760759" y="355600"/>
                </a:lnTo>
                <a:lnTo>
                  <a:pt x="1729577" y="355600"/>
                </a:lnTo>
                <a:lnTo>
                  <a:pt x="1705610" y="368300"/>
                </a:lnTo>
                <a:lnTo>
                  <a:pt x="8113369" y="368300"/>
                </a:lnTo>
                <a:lnTo>
                  <a:pt x="8094726" y="355600"/>
                </a:lnTo>
                <a:lnTo>
                  <a:pt x="8071288" y="342900"/>
                </a:lnTo>
                <a:close/>
              </a:path>
              <a:path w="12192000" h="1917700">
                <a:moveTo>
                  <a:pt x="1820799" y="330200"/>
                </a:moveTo>
                <a:lnTo>
                  <a:pt x="1813052" y="342900"/>
                </a:lnTo>
                <a:lnTo>
                  <a:pt x="1823593" y="342900"/>
                </a:lnTo>
                <a:lnTo>
                  <a:pt x="1820799" y="330200"/>
                </a:lnTo>
                <a:close/>
              </a:path>
              <a:path w="12192000" h="1917700">
                <a:moveTo>
                  <a:pt x="1858645" y="330200"/>
                </a:moveTo>
                <a:lnTo>
                  <a:pt x="1831339" y="342900"/>
                </a:lnTo>
                <a:lnTo>
                  <a:pt x="1880616" y="342900"/>
                </a:lnTo>
                <a:lnTo>
                  <a:pt x="1858645" y="330200"/>
                </a:lnTo>
                <a:close/>
              </a:path>
              <a:path w="12192000" h="1917700">
                <a:moveTo>
                  <a:pt x="7912861" y="304800"/>
                </a:moveTo>
                <a:lnTo>
                  <a:pt x="2030462" y="304800"/>
                </a:lnTo>
                <a:lnTo>
                  <a:pt x="1995424" y="317500"/>
                </a:lnTo>
                <a:lnTo>
                  <a:pt x="1941449" y="317500"/>
                </a:lnTo>
                <a:lnTo>
                  <a:pt x="1880616" y="342900"/>
                </a:lnTo>
                <a:lnTo>
                  <a:pt x="8053530" y="342900"/>
                </a:lnTo>
                <a:lnTo>
                  <a:pt x="8037986" y="330200"/>
                </a:lnTo>
                <a:lnTo>
                  <a:pt x="7946390" y="330200"/>
                </a:lnTo>
                <a:lnTo>
                  <a:pt x="7912861" y="304800"/>
                </a:lnTo>
                <a:close/>
              </a:path>
              <a:path w="12192000" h="1917700">
                <a:moveTo>
                  <a:pt x="8021193" y="317500"/>
                </a:moveTo>
                <a:lnTo>
                  <a:pt x="7959810" y="317500"/>
                </a:lnTo>
                <a:lnTo>
                  <a:pt x="7946390" y="330200"/>
                </a:lnTo>
                <a:lnTo>
                  <a:pt x="8037986" y="330200"/>
                </a:lnTo>
                <a:lnTo>
                  <a:pt x="8021193" y="317500"/>
                </a:lnTo>
                <a:close/>
              </a:path>
              <a:path w="12192000" h="1917700">
                <a:moveTo>
                  <a:pt x="1972006" y="304800"/>
                </a:moveTo>
                <a:lnTo>
                  <a:pt x="1964483" y="304800"/>
                </a:lnTo>
                <a:lnTo>
                  <a:pt x="1958937" y="317500"/>
                </a:lnTo>
                <a:lnTo>
                  <a:pt x="1995424" y="317500"/>
                </a:lnTo>
                <a:lnTo>
                  <a:pt x="1972006" y="304800"/>
                </a:lnTo>
                <a:close/>
              </a:path>
              <a:path w="12192000" h="1917700">
                <a:moveTo>
                  <a:pt x="6923075" y="139700"/>
                </a:moveTo>
                <a:lnTo>
                  <a:pt x="2626995" y="139700"/>
                </a:lnTo>
                <a:lnTo>
                  <a:pt x="2595499" y="165100"/>
                </a:lnTo>
                <a:lnTo>
                  <a:pt x="2576195" y="165100"/>
                </a:lnTo>
                <a:lnTo>
                  <a:pt x="2564280" y="177800"/>
                </a:lnTo>
                <a:lnTo>
                  <a:pt x="2519164" y="177800"/>
                </a:lnTo>
                <a:lnTo>
                  <a:pt x="2486342" y="190500"/>
                </a:lnTo>
                <a:lnTo>
                  <a:pt x="2454473" y="215900"/>
                </a:lnTo>
                <a:lnTo>
                  <a:pt x="2418080" y="215900"/>
                </a:lnTo>
                <a:lnTo>
                  <a:pt x="2368718" y="241300"/>
                </a:lnTo>
                <a:lnTo>
                  <a:pt x="2313416" y="254000"/>
                </a:lnTo>
                <a:lnTo>
                  <a:pt x="2261899" y="266700"/>
                </a:lnTo>
                <a:lnTo>
                  <a:pt x="2223897" y="266700"/>
                </a:lnTo>
                <a:lnTo>
                  <a:pt x="2177580" y="279400"/>
                </a:lnTo>
                <a:lnTo>
                  <a:pt x="2075846" y="304800"/>
                </a:lnTo>
                <a:lnTo>
                  <a:pt x="7907401" y="304800"/>
                </a:lnTo>
                <a:lnTo>
                  <a:pt x="7900503" y="292100"/>
                </a:lnTo>
                <a:lnTo>
                  <a:pt x="7823073" y="292100"/>
                </a:lnTo>
                <a:lnTo>
                  <a:pt x="7725791" y="266700"/>
                </a:lnTo>
                <a:lnTo>
                  <a:pt x="7652004" y="254000"/>
                </a:lnTo>
                <a:lnTo>
                  <a:pt x="7612126" y="241300"/>
                </a:lnTo>
                <a:lnTo>
                  <a:pt x="7401238" y="241300"/>
                </a:lnTo>
                <a:lnTo>
                  <a:pt x="7372127" y="228600"/>
                </a:lnTo>
                <a:lnTo>
                  <a:pt x="7325614" y="228600"/>
                </a:lnTo>
                <a:lnTo>
                  <a:pt x="7287414" y="215900"/>
                </a:lnTo>
                <a:lnTo>
                  <a:pt x="7199491" y="190500"/>
                </a:lnTo>
                <a:lnTo>
                  <a:pt x="7160006" y="177800"/>
                </a:lnTo>
                <a:lnTo>
                  <a:pt x="7055612" y="152400"/>
                </a:lnTo>
                <a:lnTo>
                  <a:pt x="6934676" y="152400"/>
                </a:lnTo>
                <a:lnTo>
                  <a:pt x="6923075" y="139700"/>
                </a:lnTo>
                <a:close/>
              </a:path>
              <a:path w="12192000" h="1917700">
                <a:moveTo>
                  <a:pt x="7003415" y="139700"/>
                </a:moveTo>
                <a:lnTo>
                  <a:pt x="6950329" y="152400"/>
                </a:lnTo>
                <a:lnTo>
                  <a:pt x="7055612" y="152400"/>
                </a:lnTo>
                <a:lnTo>
                  <a:pt x="7003415" y="139700"/>
                </a:lnTo>
                <a:close/>
              </a:path>
              <a:path w="12192000" h="1917700">
                <a:moveTo>
                  <a:pt x="3233166" y="127000"/>
                </a:moveTo>
                <a:lnTo>
                  <a:pt x="2767566" y="127000"/>
                </a:lnTo>
                <a:lnTo>
                  <a:pt x="2759710" y="139700"/>
                </a:lnTo>
                <a:lnTo>
                  <a:pt x="3372739" y="139700"/>
                </a:lnTo>
                <a:lnTo>
                  <a:pt x="3233166" y="127000"/>
                </a:lnTo>
                <a:close/>
              </a:path>
              <a:path w="12192000" h="1917700">
                <a:moveTo>
                  <a:pt x="3394581" y="127000"/>
                </a:moveTo>
                <a:lnTo>
                  <a:pt x="3383416" y="127000"/>
                </a:lnTo>
                <a:lnTo>
                  <a:pt x="3372739" y="139700"/>
                </a:lnTo>
                <a:lnTo>
                  <a:pt x="3394329" y="139700"/>
                </a:lnTo>
                <a:lnTo>
                  <a:pt x="3394581" y="127000"/>
                </a:lnTo>
                <a:close/>
              </a:path>
              <a:path w="12192000" h="1917700">
                <a:moveTo>
                  <a:pt x="6812788" y="127000"/>
                </a:moveTo>
                <a:lnTo>
                  <a:pt x="3418776" y="127000"/>
                </a:lnTo>
                <a:lnTo>
                  <a:pt x="3405135" y="139700"/>
                </a:lnTo>
                <a:lnTo>
                  <a:pt x="6819392" y="139700"/>
                </a:lnTo>
                <a:lnTo>
                  <a:pt x="6812788" y="127000"/>
                </a:lnTo>
                <a:close/>
              </a:path>
              <a:path w="12192000" h="1917700">
                <a:moveTo>
                  <a:pt x="6852793" y="127000"/>
                </a:moveTo>
                <a:lnTo>
                  <a:pt x="6825503" y="127000"/>
                </a:lnTo>
                <a:lnTo>
                  <a:pt x="6819392" y="139700"/>
                </a:lnTo>
                <a:lnTo>
                  <a:pt x="6865239" y="139700"/>
                </a:lnTo>
                <a:lnTo>
                  <a:pt x="6852793" y="127000"/>
                </a:lnTo>
                <a:close/>
              </a:path>
              <a:path w="12192000" h="1917700">
                <a:moveTo>
                  <a:pt x="2799715" y="114300"/>
                </a:moveTo>
                <a:lnTo>
                  <a:pt x="2792730" y="127000"/>
                </a:lnTo>
                <a:lnTo>
                  <a:pt x="2829814" y="127000"/>
                </a:lnTo>
                <a:lnTo>
                  <a:pt x="2799715" y="114300"/>
                </a:lnTo>
                <a:close/>
              </a:path>
              <a:path w="12192000" h="1917700">
                <a:moveTo>
                  <a:pt x="3146679" y="101600"/>
                </a:moveTo>
                <a:lnTo>
                  <a:pt x="3125729" y="114300"/>
                </a:lnTo>
                <a:lnTo>
                  <a:pt x="3042666" y="114300"/>
                </a:lnTo>
                <a:lnTo>
                  <a:pt x="3003286" y="127000"/>
                </a:lnTo>
                <a:lnTo>
                  <a:pt x="3195256" y="127000"/>
                </a:lnTo>
                <a:lnTo>
                  <a:pt x="3168586" y="114300"/>
                </a:lnTo>
                <a:lnTo>
                  <a:pt x="3146679" y="101600"/>
                </a:lnTo>
                <a:close/>
              </a:path>
              <a:path w="12192000" h="1917700">
                <a:moveTo>
                  <a:pt x="3554015" y="114300"/>
                </a:moveTo>
                <a:lnTo>
                  <a:pt x="3521710" y="114300"/>
                </a:lnTo>
                <a:lnTo>
                  <a:pt x="3505073" y="127000"/>
                </a:lnTo>
                <a:lnTo>
                  <a:pt x="3574591" y="127000"/>
                </a:lnTo>
                <a:lnTo>
                  <a:pt x="3554015" y="114300"/>
                </a:lnTo>
                <a:close/>
              </a:path>
              <a:path w="12192000" h="1917700">
                <a:moveTo>
                  <a:pt x="6662467" y="76200"/>
                </a:moveTo>
                <a:lnTo>
                  <a:pt x="5569297" y="76200"/>
                </a:lnTo>
                <a:lnTo>
                  <a:pt x="5528437" y="88900"/>
                </a:lnTo>
                <a:lnTo>
                  <a:pt x="3920569" y="88900"/>
                </a:lnTo>
                <a:lnTo>
                  <a:pt x="3867785" y="101600"/>
                </a:lnTo>
                <a:lnTo>
                  <a:pt x="3798109" y="101600"/>
                </a:lnTo>
                <a:lnTo>
                  <a:pt x="3751002" y="114300"/>
                </a:lnTo>
                <a:lnTo>
                  <a:pt x="3616033" y="114300"/>
                </a:lnTo>
                <a:lnTo>
                  <a:pt x="3585083" y="127000"/>
                </a:lnTo>
                <a:lnTo>
                  <a:pt x="6733667" y="127000"/>
                </a:lnTo>
                <a:lnTo>
                  <a:pt x="6692265" y="101600"/>
                </a:lnTo>
                <a:lnTo>
                  <a:pt x="6675836" y="88900"/>
                </a:lnTo>
                <a:lnTo>
                  <a:pt x="6662467" y="76200"/>
                </a:lnTo>
                <a:close/>
              </a:path>
              <a:path w="12192000" h="1917700">
                <a:moveTo>
                  <a:pt x="6798056" y="114300"/>
                </a:moveTo>
                <a:lnTo>
                  <a:pt x="6733667" y="127000"/>
                </a:lnTo>
                <a:lnTo>
                  <a:pt x="6806946" y="127000"/>
                </a:lnTo>
                <a:lnTo>
                  <a:pt x="6798056" y="114300"/>
                </a:lnTo>
                <a:close/>
              </a:path>
              <a:path w="12192000" h="1917700">
                <a:moveTo>
                  <a:pt x="3690239" y="101600"/>
                </a:moveTo>
                <a:lnTo>
                  <a:pt x="3657502" y="101600"/>
                </a:lnTo>
                <a:lnTo>
                  <a:pt x="3636470" y="114300"/>
                </a:lnTo>
                <a:lnTo>
                  <a:pt x="3751002" y="114300"/>
                </a:lnTo>
                <a:lnTo>
                  <a:pt x="3690239" y="101600"/>
                </a:lnTo>
                <a:close/>
              </a:path>
              <a:path w="12192000" h="1917700">
                <a:moveTo>
                  <a:pt x="5305679" y="76200"/>
                </a:moveTo>
                <a:lnTo>
                  <a:pt x="4024518" y="76200"/>
                </a:lnTo>
                <a:lnTo>
                  <a:pt x="3970210" y="88900"/>
                </a:lnTo>
                <a:lnTo>
                  <a:pt x="5350549" y="88900"/>
                </a:lnTo>
                <a:lnTo>
                  <a:pt x="5305679" y="76200"/>
                </a:lnTo>
                <a:close/>
              </a:path>
              <a:path w="12192000" h="1917700">
                <a:moveTo>
                  <a:pt x="4266946" y="50800"/>
                </a:moveTo>
                <a:lnTo>
                  <a:pt x="4218642" y="50800"/>
                </a:lnTo>
                <a:lnTo>
                  <a:pt x="4181506" y="63500"/>
                </a:lnTo>
                <a:lnTo>
                  <a:pt x="4138037" y="76200"/>
                </a:lnTo>
                <a:lnTo>
                  <a:pt x="5168917" y="76200"/>
                </a:lnTo>
                <a:lnTo>
                  <a:pt x="5151199" y="63500"/>
                </a:lnTo>
                <a:lnTo>
                  <a:pt x="4288917" y="63500"/>
                </a:lnTo>
                <a:lnTo>
                  <a:pt x="4266946" y="50800"/>
                </a:lnTo>
                <a:close/>
              </a:path>
              <a:path w="12192000" h="1917700">
                <a:moveTo>
                  <a:pt x="6626098" y="63500"/>
                </a:moveTo>
                <a:lnTo>
                  <a:pt x="5648684" y="63500"/>
                </a:lnTo>
                <a:lnTo>
                  <a:pt x="5609764" y="76200"/>
                </a:lnTo>
                <a:lnTo>
                  <a:pt x="6647455" y="76200"/>
                </a:lnTo>
                <a:lnTo>
                  <a:pt x="6626098" y="63500"/>
                </a:lnTo>
                <a:close/>
              </a:path>
              <a:path w="12192000" h="1917700">
                <a:moveTo>
                  <a:pt x="4884737" y="50800"/>
                </a:moveTo>
                <a:lnTo>
                  <a:pt x="4430522" y="50800"/>
                </a:lnTo>
                <a:lnTo>
                  <a:pt x="4365117" y="63500"/>
                </a:lnTo>
                <a:lnTo>
                  <a:pt x="4909185" y="63500"/>
                </a:lnTo>
                <a:lnTo>
                  <a:pt x="4884737" y="50800"/>
                </a:lnTo>
                <a:close/>
              </a:path>
              <a:path w="12192000" h="1917700">
                <a:moveTo>
                  <a:pt x="5729605" y="50800"/>
                </a:moveTo>
                <a:lnTo>
                  <a:pt x="5710265" y="50800"/>
                </a:lnTo>
                <a:lnTo>
                  <a:pt x="5684901" y="63500"/>
                </a:lnTo>
                <a:lnTo>
                  <a:pt x="5746658" y="63500"/>
                </a:lnTo>
                <a:lnTo>
                  <a:pt x="5729605" y="50800"/>
                </a:lnTo>
                <a:close/>
              </a:path>
              <a:path w="12192000" h="1917700">
                <a:moveTo>
                  <a:pt x="6553327" y="38100"/>
                </a:moveTo>
                <a:lnTo>
                  <a:pt x="5848604" y="38100"/>
                </a:lnTo>
                <a:lnTo>
                  <a:pt x="5830494" y="50800"/>
                </a:lnTo>
                <a:lnTo>
                  <a:pt x="5786846" y="50800"/>
                </a:lnTo>
                <a:lnTo>
                  <a:pt x="5765165" y="63500"/>
                </a:lnTo>
                <a:lnTo>
                  <a:pt x="6586521" y="63500"/>
                </a:lnTo>
                <a:lnTo>
                  <a:pt x="6565858" y="50800"/>
                </a:lnTo>
                <a:lnTo>
                  <a:pt x="6553327" y="38100"/>
                </a:lnTo>
                <a:close/>
              </a:path>
              <a:path w="12192000" h="1917700">
                <a:moveTo>
                  <a:pt x="4814331" y="38100"/>
                </a:moveTo>
                <a:lnTo>
                  <a:pt x="4534027" y="38100"/>
                </a:lnTo>
                <a:lnTo>
                  <a:pt x="4444111" y="50800"/>
                </a:lnTo>
                <a:lnTo>
                  <a:pt x="4830121" y="50800"/>
                </a:lnTo>
                <a:lnTo>
                  <a:pt x="4814331" y="38100"/>
                </a:lnTo>
                <a:close/>
              </a:path>
              <a:path w="12192000" h="1917700">
                <a:moveTo>
                  <a:pt x="4750562" y="25400"/>
                </a:moveTo>
                <a:lnTo>
                  <a:pt x="4577403" y="25400"/>
                </a:lnTo>
                <a:lnTo>
                  <a:pt x="4568063" y="38100"/>
                </a:lnTo>
                <a:lnTo>
                  <a:pt x="4760291" y="38100"/>
                </a:lnTo>
                <a:lnTo>
                  <a:pt x="4750562" y="25400"/>
                </a:lnTo>
                <a:close/>
              </a:path>
              <a:path w="12192000" h="1917700">
                <a:moveTo>
                  <a:pt x="6378067" y="25400"/>
                </a:moveTo>
                <a:lnTo>
                  <a:pt x="6137229" y="25400"/>
                </a:lnTo>
                <a:lnTo>
                  <a:pt x="6124194" y="38100"/>
                </a:lnTo>
                <a:lnTo>
                  <a:pt x="6401359" y="38100"/>
                </a:lnTo>
                <a:lnTo>
                  <a:pt x="6378067" y="25400"/>
                </a:lnTo>
                <a:close/>
              </a:path>
              <a:path w="12192000" h="1917700">
                <a:moveTo>
                  <a:pt x="6466332" y="25400"/>
                </a:moveTo>
                <a:lnTo>
                  <a:pt x="6423628" y="25400"/>
                </a:lnTo>
                <a:lnTo>
                  <a:pt x="6401359" y="38100"/>
                </a:lnTo>
                <a:lnTo>
                  <a:pt x="6485890" y="38100"/>
                </a:lnTo>
                <a:lnTo>
                  <a:pt x="6466332" y="25400"/>
                </a:lnTo>
                <a:close/>
              </a:path>
              <a:path w="12192000" h="1917700">
                <a:moveTo>
                  <a:pt x="6270347" y="12700"/>
                </a:moveTo>
                <a:lnTo>
                  <a:pt x="6171967" y="12700"/>
                </a:lnTo>
                <a:lnTo>
                  <a:pt x="6153896" y="25400"/>
                </a:lnTo>
                <a:lnTo>
                  <a:pt x="6285611" y="25400"/>
                </a:lnTo>
                <a:lnTo>
                  <a:pt x="6270347" y="12700"/>
                </a:lnTo>
                <a:close/>
              </a:path>
              <a:path w="12192000" h="1917700">
                <a:moveTo>
                  <a:pt x="6196330" y="0"/>
                </a:moveTo>
                <a:lnTo>
                  <a:pt x="6189218" y="12700"/>
                </a:lnTo>
                <a:lnTo>
                  <a:pt x="6202553" y="12700"/>
                </a:lnTo>
                <a:lnTo>
                  <a:pt x="6196330" y="0"/>
                </a:lnTo>
                <a:close/>
              </a:path>
            </a:pathLst>
          </a:custGeom>
          <a:solidFill>
            <a:srgbClr val="82766A">
              <a:alpha val="14901"/>
            </a:srgbClr>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12393" y="203149"/>
            <a:ext cx="9098305" cy="1583943"/>
          </a:xfrm>
          <a:prstGeom prst="rect">
            <a:avLst/>
          </a:prstGeom>
        </p:spPr>
        <p:txBody>
          <a:bodyPr wrap="square" lIns="0" tIns="0" rIns="0" bIns="0">
            <a:spAutoFit/>
          </a:bodyPr>
          <a:lstStyle>
            <a:lvl1pPr>
              <a:defRPr sz="4400" b="0" i="0">
                <a:solidFill>
                  <a:schemeClr val="tx1"/>
                </a:solidFill>
                <a:latin typeface="Carlito"/>
                <a:cs typeface="Carlito"/>
              </a:defRPr>
            </a:lvl1pPr>
          </a:lstStyle>
          <a:p>
            <a:endParaRPr/>
          </a:p>
        </p:txBody>
      </p:sp>
      <p:sp>
        <p:nvSpPr>
          <p:cNvPr id="3" name="Holder 3"/>
          <p:cNvSpPr>
            <a:spLocks noGrp="1"/>
          </p:cNvSpPr>
          <p:nvPr>
            <p:ph type="body" idx="1"/>
          </p:nvPr>
        </p:nvSpPr>
        <p:spPr>
          <a:xfrm>
            <a:off x="1471930" y="2138426"/>
            <a:ext cx="9243695" cy="42589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hyperlink" Target="https://drive.google.com/file/d/18byQ9v7wR8aLm_dq0yQSkwy9s2eVX4WH/view?usp=drivesdk" TargetMode="Externa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allaboutcircuits.com/" TargetMode="External"/><Relationship Id="rId2" Type="http://schemas.openxmlformats.org/officeDocument/2006/relationships/hyperlink" Target="http://www.digike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6958" y="0"/>
            <a:ext cx="12228958" cy="6858000"/>
            <a:chOff x="0" y="0"/>
            <a:chExt cx="12228958" cy="6858000"/>
          </a:xfrm>
        </p:grpSpPr>
        <p:pic>
          <p:nvPicPr>
            <p:cNvPr id="3" name="object 3"/>
            <p:cNvPicPr/>
            <p:nvPr/>
          </p:nvPicPr>
          <p:blipFill>
            <a:blip r:embed="rId2" cstate="print"/>
            <a:stretch>
              <a:fillRect/>
            </a:stretch>
          </p:blipFill>
          <p:spPr>
            <a:xfrm>
              <a:off x="36958" y="0"/>
              <a:ext cx="12192000" cy="6858000"/>
            </a:xfrm>
            <a:prstGeom prst="rect">
              <a:avLst/>
            </a:prstGeom>
          </p:spPr>
        </p:pic>
        <p:sp>
          <p:nvSpPr>
            <p:cNvPr id="4" name="object 4"/>
            <p:cNvSpPr/>
            <p:nvPr/>
          </p:nvSpPr>
          <p:spPr>
            <a:xfrm>
              <a:off x="0" y="0"/>
              <a:ext cx="4815840" cy="2479675"/>
            </a:xfrm>
            <a:custGeom>
              <a:avLst/>
              <a:gdLst/>
              <a:ahLst/>
              <a:cxnLst/>
              <a:rect l="l" t="t" r="r" b="b"/>
              <a:pathLst>
                <a:path w="4815840" h="2479675">
                  <a:moveTo>
                    <a:pt x="4815446" y="3022"/>
                  </a:moveTo>
                  <a:lnTo>
                    <a:pt x="4781943" y="3022"/>
                  </a:lnTo>
                  <a:lnTo>
                    <a:pt x="4774946" y="117322"/>
                  </a:lnTo>
                  <a:lnTo>
                    <a:pt x="4770869" y="142722"/>
                  </a:lnTo>
                  <a:lnTo>
                    <a:pt x="4765891" y="180822"/>
                  </a:lnTo>
                  <a:lnTo>
                    <a:pt x="4760011" y="206222"/>
                  </a:lnTo>
                  <a:lnTo>
                    <a:pt x="4753229" y="231622"/>
                  </a:lnTo>
                  <a:lnTo>
                    <a:pt x="4739906" y="282422"/>
                  </a:lnTo>
                  <a:lnTo>
                    <a:pt x="4724336" y="333222"/>
                  </a:lnTo>
                  <a:lnTo>
                    <a:pt x="4706442" y="371322"/>
                  </a:lnTo>
                  <a:lnTo>
                    <a:pt x="4686198" y="422122"/>
                  </a:lnTo>
                  <a:lnTo>
                    <a:pt x="4681512" y="430009"/>
                  </a:lnTo>
                  <a:lnTo>
                    <a:pt x="4689462" y="405409"/>
                  </a:lnTo>
                  <a:lnTo>
                    <a:pt x="4701006" y="380009"/>
                  </a:lnTo>
                  <a:lnTo>
                    <a:pt x="4711674" y="354609"/>
                  </a:lnTo>
                  <a:lnTo>
                    <a:pt x="4721352" y="316509"/>
                  </a:lnTo>
                  <a:lnTo>
                    <a:pt x="4725708" y="303809"/>
                  </a:lnTo>
                  <a:lnTo>
                    <a:pt x="4729988" y="291109"/>
                  </a:lnTo>
                  <a:lnTo>
                    <a:pt x="4734064" y="278409"/>
                  </a:lnTo>
                  <a:lnTo>
                    <a:pt x="4737862" y="265709"/>
                  </a:lnTo>
                  <a:lnTo>
                    <a:pt x="4745101" y="227609"/>
                  </a:lnTo>
                  <a:lnTo>
                    <a:pt x="4751070" y="202209"/>
                  </a:lnTo>
                  <a:lnTo>
                    <a:pt x="4756543" y="176809"/>
                  </a:lnTo>
                  <a:lnTo>
                    <a:pt x="4761192" y="138709"/>
                  </a:lnTo>
                  <a:lnTo>
                    <a:pt x="4765027" y="113309"/>
                  </a:lnTo>
                  <a:lnTo>
                    <a:pt x="4768088" y="75209"/>
                  </a:lnTo>
                  <a:lnTo>
                    <a:pt x="4771301" y="11709"/>
                  </a:lnTo>
                  <a:lnTo>
                    <a:pt x="4766195" y="11709"/>
                  </a:lnTo>
                  <a:lnTo>
                    <a:pt x="4766729" y="0"/>
                  </a:lnTo>
                  <a:lnTo>
                    <a:pt x="4209300" y="0"/>
                  </a:lnTo>
                  <a:lnTo>
                    <a:pt x="4098048" y="0"/>
                  </a:lnTo>
                  <a:lnTo>
                    <a:pt x="4094988" y="48006"/>
                  </a:lnTo>
                  <a:lnTo>
                    <a:pt x="4088015" y="87718"/>
                  </a:lnTo>
                  <a:lnTo>
                    <a:pt x="4078173" y="126187"/>
                  </a:lnTo>
                  <a:lnTo>
                    <a:pt x="4065422" y="163804"/>
                  </a:lnTo>
                  <a:lnTo>
                    <a:pt x="4049712" y="200926"/>
                  </a:lnTo>
                  <a:lnTo>
                    <a:pt x="4031005" y="237909"/>
                  </a:lnTo>
                  <a:lnTo>
                    <a:pt x="4009263" y="275132"/>
                  </a:lnTo>
                  <a:lnTo>
                    <a:pt x="3984409" y="312953"/>
                  </a:lnTo>
                  <a:lnTo>
                    <a:pt x="3956431" y="351739"/>
                  </a:lnTo>
                  <a:lnTo>
                    <a:pt x="3925278" y="391858"/>
                  </a:lnTo>
                  <a:lnTo>
                    <a:pt x="3890886" y="433666"/>
                  </a:lnTo>
                  <a:lnTo>
                    <a:pt x="3853230" y="477545"/>
                  </a:lnTo>
                  <a:lnTo>
                    <a:pt x="3812260" y="523862"/>
                  </a:lnTo>
                  <a:lnTo>
                    <a:pt x="3767937" y="572960"/>
                  </a:lnTo>
                  <a:lnTo>
                    <a:pt x="3687000" y="661466"/>
                  </a:lnTo>
                  <a:lnTo>
                    <a:pt x="3619525" y="735812"/>
                  </a:lnTo>
                  <a:lnTo>
                    <a:pt x="3585248" y="774217"/>
                  </a:lnTo>
                  <a:lnTo>
                    <a:pt x="3550602" y="813625"/>
                  </a:lnTo>
                  <a:lnTo>
                    <a:pt x="3478238" y="897369"/>
                  </a:lnTo>
                  <a:lnTo>
                    <a:pt x="3440760" y="939279"/>
                  </a:lnTo>
                  <a:lnTo>
                    <a:pt x="3403168" y="979932"/>
                  </a:lnTo>
                  <a:lnTo>
                    <a:pt x="3365449" y="1019352"/>
                  </a:lnTo>
                  <a:lnTo>
                    <a:pt x="3327590" y="1057541"/>
                  </a:lnTo>
                  <a:lnTo>
                    <a:pt x="3289566" y="1094498"/>
                  </a:lnTo>
                  <a:lnTo>
                    <a:pt x="3251390" y="1130249"/>
                  </a:lnTo>
                  <a:lnTo>
                    <a:pt x="3213036" y="1164793"/>
                  </a:lnTo>
                  <a:lnTo>
                    <a:pt x="3174504" y="1198143"/>
                  </a:lnTo>
                  <a:lnTo>
                    <a:pt x="3135769" y="1230299"/>
                  </a:lnTo>
                  <a:lnTo>
                    <a:pt x="3096818" y="1261287"/>
                  </a:lnTo>
                  <a:lnTo>
                    <a:pt x="3057652" y="1291094"/>
                  </a:lnTo>
                  <a:lnTo>
                    <a:pt x="3018256" y="1319758"/>
                  </a:lnTo>
                  <a:lnTo>
                    <a:pt x="2978620" y="1347254"/>
                  </a:lnTo>
                  <a:lnTo>
                    <a:pt x="2938729" y="1373606"/>
                  </a:lnTo>
                  <a:lnTo>
                    <a:pt x="2898571" y="1398841"/>
                  </a:lnTo>
                  <a:lnTo>
                    <a:pt x="2858135" y="1422933"/>
                  </a:lnTo>
                  <a:lnTo>
                    <a:pt x="2817418" y="1445920"/>
                  </a:lnTo>
                  <a:lnTo>
                    <a:pt x="2776397" y="1467789"/>
                  </a:lnTo>
                  <a:lnTo>
                    <a:pt x="2735072" y="1488567"/>
                  </a:lnTo>
                  <a:lnTo>
                    <a:pt x="2692920" y="1508506"/>
                  </a:lnTo>
                  <a:lnTo>
                    <a:pt x="2650172" y="1527429"/>
                  </a:lnTo>
                  <a:lnTo>
                    <a:pt x="2606827" y="1545374"/>
                  </a:lnTo>
                  <a:lnTo>
                    <a:pt x="2562860" y="1562315"/>
                  </a:lnTo>
                  <a:lnTo>
                    <a:pt x="2518257" y="1578267"/>
                  </a:lnTo>
                  <a:lnTo>
                    <a:pt x="2473007" y="1593227"/>
                  </a:lnTo>
                  <a:lnTo>
                    <a:pt x="2427109" y="1607210"/>
                  </a:lnTo>
                  <a:lnTo>
                    <a:pt x="2380551" y="1620215"/>
                  </a:lnTo>
                  <a:lnTo>
                    <a:pt x="2333307" y="1632229"/>
                  </a:lnTo>
                  <a:lnTo>
                    <a:pt x="2285365" y="1643278"/>
                  </a:lnTo>
                  <a:lnTo>
                    <a:pt x="2236724" y="1653349"/>
                  </a:lnTo>
                  <a:lnTo>
                    <a:pt x="2187371" y="1662442"/>
                  </a:lnTo>
                  <a:lnTo>
                    <a:pt x="2137283" y="1670570"/>
                  </a:lnTo>
                  <a:lnTo>
                    <a:pt x="2086457" y="1677733"/>
                  </a:lnTo>
                  <a:lnTo>
                    <a:pt x="2034870" y="1683931"/>
                  </a:lnTo>
                  <a:lnTo>
                    <a:pt x="1982533" y="1689176"/>
                  </a:lnTo>
                  <a:lnTo>
                    <a:pt x="1929409" y="1693456"/>
                  </a:lnTo>
                  <a:lnTo>
                    <a:pt x="1875497" y="1696783"/>
                  </a:lnTo>
                  <a:lnTo>
                    <a:pt x="1820786" y="1699145"/>
                  </a:lnTo>
                  <a:lnTo>
                    <a:pt x="1765261" y="1700568"/>
                  </a:lnTo>
                  <a:lnTo>
                    <a:pt x="1708912" y="1701038"/>
                  </a:lnTo>
                  <a:lnTo>
                    <a:pt x="1657146" y="1700276"/>
                  </a:lnTo>
                  <a:lnTo>
                    <a:pt x="1605864" y="1697977"/>
                  </a:lnTo>
                  <a:lnTo>
                    <a:pt x="1554962" y="1694103"/>
                  </a:lnTo>
                  <a:lnTo>
                    <a:pt x="1504365" y="1688668"/>
                  </a:lnTo>
                  <a:lnTo>
                    <a:pt x="1453984" y="1681619"/>
                  </a:lnTo>
                  <a:lnTo>
                    <a:pt x="1403756" y="1672971"/>
                  </a:lnTo>
                  <a:lnTo>
                    <a:pt x="1353566" y="1662696"/>
                  </a:lnTo>
                  <a:lnTo>
                    <a:pt x="1303350" y="1650771"/>
                  </a:lnTo>
                  <a:lnTo>
                    <a:pt x="1253020" y="1637169"/>
                  </a:lnTo>
                  <a:lnTo>
                    <a:pt x="1202486" y="1621891"/>
                  </a:lnTo>
                  <a:lnTo>
                    <a:pt x="1151674" y="1604924"/>
                  </a:lnTo>
                  <a:lnTo>
                    <a:pt x="1100493" y="1586217"/>
                  </a:lnTo>
                  <a:lnTo>
                    <a:pt x="1048880" y="1565783"/>
                  </a:lnTo>
                  <a:lnTo>
                    <a:pt x="1005611" y="1547495"/>
                  </a:lnTo>
                  <a:lnTo>
                    <a:pt x="962367" y="1528229"/>
                  </a:lnTo>
                  <a:lnTo>
                    <a:pt x="919086" y="1508010"/>
                  </a:lnTo>
                  <a:lnTo>
                    <a:pt x="875753" y="1486890"/>
                  </a:lnTo>
                  <a:lnTo>
                    <a:pt x="832307" y="1464881"/>
                  </a:lnTo>
                  <a:lnTo>
                    <a:pt x="788708" y="1442046"/>
                  </a:lnTo>
                  <a:lnTo>
                    <a:pt x="744931" y="1418399"/>
                  </a:lnTo>
                  <a:lnTo>
                    <a:pt x="700938" y="1393977"/>
                  </a:lnTo>
                  <a:lnTo>
                    <a:pt x="656666" y="1368818"/>
                  </a:lnTo>
                  <a:lnTo>
                    <a:pt x="612101" y="1342961"/>
                  </a:lnTo>
                  <a:lnTo>
                    <a:pt x="521881" y="1289278"/>
                  </a:lnTo>
                  <a:lnTo>
                    <a:pt x="0" y="967384"/>
                  </a:lnTo>
                  <a:lnTo>
                    <a:pt x="0" y="1079639"/>
                  </a:lnTo>
                  <a:lnTo>
                    <a:pt x="0" y="1933422"/>
                  </a:lnTo>
                  <a:lnTo>
                    <a:pt x="31635" y="1958822"/>
                  </a:lnTo>
                  <a:lnTo>
                    <a:pt x="114350" y="2009622"/>
                  </a:lnTo>
                  <a:lnTo>
                    <a:pt x="198907" y="2060422"/>
                  </a:lnTo>
                  <a:lnTo>
                    <a:pt x="285496" y="2111222"/>
                  </a:lnTo>
                  <a:lnTo>
                    <a:pt x="329476" y="2123922"/>
                  </a:lnTo>
                  <a:lnTo>
                    <a:pt x="419061" y="2174722"/>
                  </a:lnTo>
                  <a:lnTo>
                    <a:pt x="511225" y="2225522"/>
                  </a:lnTo>
                  <a:lnTo>
                    <a:pt x="558292" y="2238222"/>
                  </a:lnTo>
                  <a:lnTo>
                    <a:pt x="605929" y="2263622"/>
                  </a:lnTo>
                  <a:lnTo>
                    <a:pt x="654164" y="2276322"/>
                  </a:lnTo>
                  <a:lnTo>
                    <a:pt x="702995" y="2301722"/>
                  </a:lnTo>
                  <a:lnTo>
                    <a:pt x="752475" y="2314422"/>
                  </a:lnTo>
                  <a:lnTo>
                    <a:pt x="802614" y="2339822"/>
                  </a:lnTo>
                  <a:lnTo>
                    <a:pt x="849325" y="2352522"/>
                  </a:lnTo>
                  <a:lnTo>
                    <a:pt x="1239227" y="2454122"/>
                  </a:lnTo>
                  <a:lnTo>
                    <a:pt x="1289418" y="2454122"/>
                  </a:lnTo>
                  <a:lnTo>
                    <a:pt x="1339824" y="2466822"/>
                  </a:lnTo>
                  <a:lnTo>
                    <a:pt x="1390383" y="2466822"/>
                  </a:lnTo>
                  <a:lnTo>
                    <a:pt x="1441069" y="2479522"/>
                  </a:lnTo>
                  <a:lnTo>
                    <a:pt x="2010143" y="2479522"/>
                  </a:lnTo>
                  <a:lnTo>
                    <a:pt x="2050288" y="2466822"/>
                  </a:lnTo>
                  <a:lnTo>
                    <a:pt x="2143861" y="2466822"/>
                  </a:lnTo>
                  <a:lnTo>
                    <a:pt x="2197277" y="2454122"/>
                  </a:lnTo>
                  <a:lnTo>
                    <a:pt x="2250630" y="2454122"/>
                  </a:lnTo>
                  <a:lnTo>
                    <a:pt x="2357043" y="2428722"/>
                  </a:lnTo>
                  <a:lnTo>
                    <a:pt x="2410079" y="2428722"/>
                  </a:lnTo>
                  <a:lnTo>
                    <a:pt x="2722499" y="2352522"/>
                  </a:lnTo>
                  <a:lnTo>
                    <a:pt x="2773324" y="2327122"/>
                  </a:lnTo>
                  <a:lnTo>
                    <a:pt x="2873514" y="2301722"/>
                  </a:lnTo>
                  <a:lnTo>
                    <a:pt x="2922816" y="2276322"/>
                  </a:lnTo>
                  <a:lnTo>
                    <a:pt x="2971546" y="2263622"/>
                  </a:lnTo>
                  <a:lnTo>
                    <a:pt x="3066973" y="2212822"/>
                  </a:lnTo>
                  <a:lnTo>
                    <a:pt x="3113595" y="2200122"/>
                  </a:lnTo>
                  <a:lnTo>
                    <a:pt x="3204603" y="2149322"/>
                  </a:lnTo>
                  <a:lnTo>
                    <a:pt x="3248901" y="2123922"/>
                  </a:lnTo>
                  <a:lnTo>
                    <a:pt x="3292348" y="2098522"/>
                  </a:lnTo>
                  <a:lnTo>
                    <a:pt x="3338855" y="2073122"/>
                  </a:lnTo>
                  <a:lnTo>
                    <a:pt x="3384308" y="2035022"/>
                  </a:lnTo>
                  <a:lnTo>
                    <a:pt x="3428746" y="2009622"/>
                  </a:lnTo>
                  <a:lnTo>
                    <a:pt x="3472154" y="1971522"/>
                  </a:lnTo>
                  <a:lnTo>
                    <a:pt x="3514560" y="1946122"/>
                  </a:lnTo>
                  <a:lnTo>
                    <a:pt x="3555974" y="1908022"/>
                  </a:lnTo>
                  <a:lnTo>
                    <a:pt x="3596398" y="1882622"/>
                  </a:lnTo>
                  <a:lnTo>
                    <a:pt x="3635845" y="1844522"/>
                  </a:lnTo>
                  <a:lnTo>
                    <a:pt x="3674351" y="1806422"/>
                  </a:lnTo>
                  <a:lnTo>
                    <a:pt x="3711905" y="1781022"/>
                  </a:lnTo>
                  <a:lnTo>
                    <a:pt x="3748532" y="1742922"/>
                  </a:lnTo>
                  <a:lnTo>
                    <a:pt x="3787597" y="1704822"/>
                  </a:lnTo>
                  <a:lnTo>
                    <a:pt x="3825621" y="1666722"/>
                  </a:lnTo>
                  <a:lnTo>
                    <a:pt x="3862654" y="1615922"/>
                  </a:lnTo>
                  <a:lnTo>
                    <a:pt x="3898785" y="1577822"/>
                  </a:lnTo>
                  <a:lnTo>
                    <a:pt x="3934079" y="1539722"/>
                  </a:lnTo>
                  <a:lnTo>
                    <a:pt x="3968521" y="1501622"/>
                  </a:lnTo>
                  <a:lnTo>
                    <a:pt x="4002100" y="1450822"/>
                  </a:lnTo>
                  <a:lnTo>
                    <a:pt x="4034853" y="1412722"/>
                  </a:lnTo>
                  <a:lnTo>
                    <a:pt x="4066806" y="1374622"/>
                  </a:lnTo>
                  <a:lnTo>
                    <a:pt x="4098036" y="1323822"/>
                  </a:lnTo>
                  <a:lnTo>
                    <a:pt x="4117390" y="1298422"/>
                  </a:lnTo>
                  <a:lnTo>
                    <a:pt x="4155198" y="1247622"/>
                  </a:lnTo>
                  <a:lnTo>
                    <a:pt x="4194010" y="1196822"/>
                  </a:lnTo>
                  <a:lnTo>
                    <a:pt x="4233735" y="1146022"/>
                  </a:lnTo>
                  <a:lnTo>
                    <a:pt x="4440313" y="892022"/>
                  </a:lnTo>
                  <a:lnTo>
                    <a:pt x="4460722" y="866622"/>
                  </a:lnTo>
                  <a:lnTo>
                    <a:pt x="4480928" y="828522"/>
                  </a:lnTo>
                  <a:lnTo>
                    <a:pt x="4520704" y="777722"/>
                  </a:lnTo>
                  <a:lnTo>
                    <a:pt x="4540313" y="752322"/>
                  </a:lnTo>
                  <a:lnTo>
                    <a:pt x="4559528" y="726922"/>
                  </a:lnTo>
                  <a:lnTo>
                    <a:pt x="4578223" y="701522"/>
                  </a:lnTo>
                  <a:lnTo>
                    <a:pt x="4607115" y="663422"/>
                  </a:lnTo>
                  <a:lnTo>
                    <a:pt x="4634814" y="612622"/>
                  </a:lnTo>
                  <a:lnTo>
                    <a:pt x="4661078" y="574522"/>
                  </a:lnTo>
                  <a:lnTo>
                    <a:pt x="4685639" y="523722"/>
                  </a:lnTo>
                  <a:lnTo>
                    <a:pt x="4708271" y="472922"/>
                  </a:lnTo>
                  <a:lnTo>
                    <a:pt x="4729086" y="434822"/>
                  </a:lnTo>
                  <a:lnTo>
                    <a:pt x="4747679" y="384022"/>
                  </a:lnTo>
                  <a:lnTo>
                    <a:pt x="4764062" y="333222"/>
                  </a:lnTo>
                  <a:lnTo>
                    <a:pt x="4778260" y="282422"/>
                  </a:lnTo>
                  <a:lnTo>
                    <a:pt x="4790313" y="244322"/>
                  </a:lnTo>
                  <a:lnTo>
                    <a:pt x="4796434" y="206222"/>
                  </a:lnTo>
                  <a:lnTo>
                    <a:pt x="4801692" y="180822"/>
                  </a:lnTo>
                  <a:lnTo>
                    <a:pt x="4806112" y="142722"/>
                  </a:lnTo>
                  <a:lnTo>
                    <a:pt x="4809744" y="117322"/>
                  </a:lnTo>
                  <a:lnTo>
                    <a:pt x="4815446" y="3022"/>
                  </a:lnTo>
                  <a:close/>
                </a:path>
              </a:pathLst>
            </a:custGeom>
            <a:solidFill>
              <a:srgbClr val="FFFFFF">
                <a:alpha val="30195"/>
              </a:srgbClr>
            </a:solidFill>
          </p:spPr>
          <p:txBody>
            <a:bodyPr wrap="square" lIns="0" tIns="0" rIns="0" bIns="0" rtlCol="0"/>
            <a:lstStyle/>
            <a:p>
              <a:endParaRPr/>
            </a:p>
          </p:txBody>
        </p:sp>
      </p:grpSp>
      <p:sp>
        <p:nvSpPr>
          <p:cNvPr id="5" name="object 5"/>
          <p:cNvSpPr txBox="1">
            <a:spLocks noGrp="1"/>
          </p:cNvSpPr>
          <p:nvPr>
            <p:ph type="title"/>
          </p:nvPr>
        </p:nvSpPr>
        <p:spPr>
          <a:xfrm>
            <a:off x="3288409" y="972538"/>
            <a:ext cx="5602733" cy="982320"/>
          </a:xfrm>
          <a:prstGeom prst="rect">
            <a:avLst/>
          </a:prstGeom>
        </p:spPr>
        <p:txBody>
          <a:bodyPr vert="horz" wrap="square" lIns="0" tIns="12700" rIns="0" bIns="0" rtlCol="0">
            <a:spAutoFit/>
          </a:bodyPr>
          <a:lstStyle/>
          <a:p>
            <a:pPr algn="ctr" eaLnBrk="1" fontAlgn="auto" hangingPunct="1">
              <a:spcBef>
                <a:spcPts val="0"/>
              </a:spcBef>
              <a:spcAft>
                <a:spcPts val="0"/>
              </a:spcAft>
              <a:defRPr/>
            </a:pPr>
            <a:r>
              <a:rPr lang="en-US" sz="3100" b="1" spc="-50" dirty="0">
                <a:solidFill>
                  <a:schemeClr val="tx2"/>
                </a:solidFill>
                <a:latin typeface="Calibri"/>
              </a:rPr>
              <a:t>B. Tech ECE  BECE</a:t>
            </a:r>
            <a:r>
              <a:rPr lang="en-IN" sz="3200" b="1" dirty="0">
                <a:solidFill>
                  <a:schemeClr val="tx2"/>
                </a:solidFill>
              </a:rPr>
              <a:t>204L</a:t>
            </a:r>
            <a:r>
              <a:rPr lang="en-US" sz="3100" b="1" spc="-50" dirty="0">
                <a:solidFill>
                  <a:schemeClr val="tx2"/>
                </a:solidFill>
                <a:latin typeface="Calibri"/>
              </a:rPr>
              <a:t>  COURSE PROJECT Final Review</a:t>
            </a:r>
          </a:p>
        </p:txBody>
      </p:sp>
      <p:sp>
        <p:nvSpPr>
          <p:cNvPr id="6" name="object 6"/>
          <p:cNvSpPr txBox="1"/>
          <p:nvPr/>
        </p:nvSpPr>
        <p:spPr>
          <a:xfrm>
            <a:off x="2268727" y="4438624"/>
            <a:ext cx="3790315" cy="1751762"/>
          </a:xfrm>
          <a:prstGeom prst="rect">
            <a:avLst/>
          </a:prstGeom>
        </p:spPr>
        <p:txBody>
          <a:bodyPr vert="horz" wrap="square" lIns="0" tIns="134620" rIns="0" bIns="0" rtlCol="0">
            <a:spAutoFit/>
          </a:bodyPr>
          <a:lstStyle/>
          <a:p>
            <a:pPr marL="469265" indent="-456565">
              <a:lnSpc>
                <a:spcPct val="100000"/>
              </a:lnSpc>
              <a:spcBef>
                <a:spcPts val="960"/>
              </a:spcBef>
              <a:buAutoNum type="arabicPeriod"/>
              <a:tabLst>
                <a:tab pos="469265" algn="l"/>
              </a:tabLst>
            </a:pPr>
            <a:r>
              <a:rPr lang="en-IN" sz="2000" spc="-65" dirty="0">
                <a:solidFill>
                  <a:srgbClr val="1F487C"/>
                </a:solidFill>
                <a:latin typeface="Carlito"/>
                <a:cs typeface="Carlito"/>
              </a:rPr>
              <a:t>23BEC0358</a:t>
            </a:r>
            <a:r>
              <a:rPr lang="en-IN" sz="2000" spc="-114" dirty="0">
                <a:solidFill>
                  <a:srgbClr val="1F487C"/>
                </a:solidFill>
                <a:latin typeface="Carlito"/>
                <a:cs typeface="Carlito"/>
              </a:rPr>
              <a:t> </a:t>
            </a:r>
            <a:r>
              <a:rPr lang="en-IN" sz="2000" spc="-105" dirty="0">
                <a:solidFill>
                  <a:srgbClr val="1F487C"/>
                </a:solidFill>
                <a:latin typeface="Rasa"/>
                <a:cs typeface="Rasa"/>
              </a:rPr>
              <a:t>–</a:t>
            </a:r>
            <a:r>
              <a:rPr lang="en-IN" sz="2000" spc="-60" dirty="0">
                <a:solidFill>
                  <a:srgbClr val="1F487C"/>
                </a:solidFill>
                <a:latin typeface="Rasa"/>
                <a:cs typeface="Rasa"/>
              </a:rPr>
              <a:t> </a:t>
            </a:r>
            <a:r>
              <a:rPr lang="en-IN" sz="2000" spc="-60" dirty="0">
                <a:solidFill>
                  <a:srgbClr val="1F487C"/>
                </a:solidFill>
                <a:latin typeface="Carlito"/>
                <a:cs typeface="Carlito"/>
              </a:rPr>
              <a:t>HARI</a:t>
            </a:r>
            <a:r>
              <a:rPr lang="en-IN" sz="2000" spc="-80" dirty="0">
                <a:solidFill>
                  <a:srgbClr val="1F487C"/>
                </a:solidFill>
                <a:latin typeface="Carlito"/>
                <a:cs typeface="Carlito"/>
              </a:rPr>
              <a:t> </a:t>
            </a:r>
            <a:r>
              <a:rPr lang="en-IN" sz="2000" spc="-10" dirty="0">
                <a:solidFill>
                  <a:srgbClr val="1F487C"/>
                </a:solidFill>
                <a:latin typeface="Carlito"/>
                <a:cs typeface="Carlito"/>
              </a:rPr>
              <a:t>KRUTHIK SK</a:t>
            </a:r>
            <a:endParaRPr lang="en-IN" sz="2000" dirty="0">
              <a:latin typeface="Carlito"/>
              <a:cs typeface="Carlito"/>
            </a:endParaRPr>
          </a:p>
          <a:p>
            <a:pPr marL="469265" indent="-456565">
              <a:lnSpc>
                <a:spcPct val="100000"/>
              </a:lnSpc>
              <a:spcBef>
                <a:spcPts val="960"/>
              </a:spcBef>
              <a:buAutoNum type="arabicPeriod"/>
              <a:tabLst>
                <a:tab pos="469265" algn="l"/>
              </a:tabLst>
            </a:pPr>
            <a:r>
              <a:rPr sz="2000" spc="-65" dirty="0">
                <a:solidFill>
                  <a:srgbClr val="1F487C"/>
                </a:solidFill>
                <a:latin typeface="Carlito"/>
                <a:cs typeface="Carlito"/>
              </a:rPr>
              <a:t>23BEC0</a:t>
            </a:r>
            <a:r>
              <a:rPr lang="en-IN" sz="2000" spc="-65" dirty="0">
                <a:solidFill>
                  <a:srgbClr val="1F487C"/>
                </a:solidFill>
                <a:latin typeface="Carlito"/>
                <a:cs typeface="Carlito"/>
              </a:rPr>
              <a:t>037</a:t>
            </a:r>
            <a:r>
              <a:rPr sz="2000" spc="-114" dirty="0">
                <a:solidFill>
                  <a:srgbClr val="1F487C"/>
                </a:solidFill>
                <a:latin typeface="Carlito"/>
                <a:cs typeface="Carlito"/>
              </a:rPr>
              <a:t> </a:t>
            </a:r>
            <a:r>
              <a:rPr sz="2000" spc="-105" dirty="0">
                <a:solidFill>
                  <a:srgbClr val="1F487C"/>
                </a:solidFill>
                <a:latin typeface="Rasa"/>
                <a:cs typeface="Rasa"/>
              </a:rPr>
              <a:t>–</a:t>
            </a:r>
            <a:r>
              <a:rPr sz="2000" spc="-55" dirty="0">
                <a:solidFill>
                  <a:srgbClr val="1F487C"/>
                </a:solidFill>
                <a:latin typeface="Rasa"/>
                <a:cs typeface="Rasa"/>
              </a:rPr>
              <a:t> </a:t>
            </a:r>
            <a:r>
              <a:rPr lang="en-IN" sz="2000" spc="-70" dirty="0">
                <a:solidFill>
                  <a:srgbClr val="1F487C"/>
                </a:solidFill>
                <a:latin typeface="Carlito"/>
                <a:cs typeface="Carlito"/>
              </a:rPr>
              <a:t>SANKESH</a:t>
            </a:r>
            <a:r>
              <a:rPr sz="2000" spc="-55" dirty="0">
                <a:solidFill>
                  <a:srgbClr val="1F487C"/>
                </a:solidFill>
                <a:latin typeface="Carlito"/>
                <a:cs typeface="Carlito"/>
              </a:rPr>
              <a:t> </a:t>
            </a:r>
            <a:r>
              <a:rPr sz="2000" spc="-50" dirty="0">
                <a:solidFill>
                  <a:srgbClr val="1F487C"/>
                </a:solidFill>
                <a:latin typeface="Carlito"/>
                <a:cs typeface="Carlito"/>
              </a:rPr>
              <a:t>S</a:t>
            </a:r>
            <a:r>
              <a:rPr lang="en-IN" sz="2000" spc="-50" dirty="0">
                <a:solidFill>
                  <a:srgbClr val="1F487C"/>
                </a:solidFill>
                <a:latin typeface="Carlito"/>
                <a:cs typeface="Carlito"/>
              </a:rPr>
              <a:t>U</a:t>
            </a:r>
            <a:endParaRPr sz="2000" dirty="0">
              <a:latin typeface="Carlito"/>
              <a:cs typeface="Carlito"/>
            </a:endParaRPr>
          </a:p>
          <a:p>
            <a:pPr marL="469265" indent="-456565">
              <a:lnSpc>
                <a:spcPct val="100000"/>
              </a:lnSpc>
              <a:spcBef>
                <a:spcPts val="960"/>
              </a:spcBef>
              <a:buAutoNum type="arabicPeriod"/>
              <a:tabLst>
                <a:tab pos="469265" algn="l"/>
              </a:tabLst>
            </a:pPr>
            <a:r>
              <a:rPr sz="2000" spc="-65" dirty="0">
                <a:solidFill>
                  <a:srgbClr val="1F487C"/>
                </a:solidFill>
                <a:latin typeface="Carlito"/>
                <a:cs typeface="Carlito"/>
              </a:rPr>
              <a:t>23BEC0</a:t>
            </a:r>
            <a:r>
              <a:rPr lang="en-IN" sz="2000" spc="-65" dirty="0">
                <a:solidFill>
                  <a:srgbClr val="1F487C"/>
                </a:solidFill>
                <a:latin typeface="Carlito"/>
                <a:cs typeface="Carlito"/>
              </a:rPr>
              <a:t>169</a:t>
            </a:r>
            <a:r>
              <a:rPr sz="2000" spc="-114" dirty="0">
                <a:solidFill>
                  <a:srgbClr val="1F487C"/>
                </a:solidFill>
                <a:latin typeface="Carlito"/>
                <a:cs typeface="Carlito"/>
              </a:rPr>
              <a:t> </a:t>
            </a:r>
            <a:r>
              <a:rPr sz="2000" spc="-105" dirty="0">
                <a:solidFill>
                  <a:srgbClr val="1F487C"/>
                </a:solidFill>
                <a:latin typeface="Rasa"/>
                <a:cs typeface="Rasa"/>
              </a:rPr>
              <a:t>–</a:t>
            </a:r>
            <a:r>
              <a:rPr sz="2000" spc="-60" dirty="0">
                <a:solidFill>
                  <a:srgbClr val="1F487C"/>
                </a:solidFill>
                <a:latin typeface="Rasa"/>
                <a:cs typeface="Rasa"/>
              </a:rPr>
              <a:t> </a:t>
            </a:r>
            <a:r>
              <a:rPr lang="en-IN" sz="2000" spc="-60" dirty="0">
                <a:solidFill>
                  <a:srgbClr val="1F487C"/>
                </a:solidFill>
                <a:latin typeface="Carlito"/>
                <a:cs typeface="Carlito"/>
              </a:rPr>
              <a:t>RUDRESH KP</a:t>
            </a:r>
            <a:endParaRPr lang="en-IN" sz="2000" spc="-10" dirty="0">
              <a:solidFill>
                <a:srgbClr val="1F487C"/>
              </a:solidFill>
              <a:latin typeface="Carlito"/>
              <a:cs typeface="Carlito"/>
            </a:endParaRPr>
          </a:p>
          <a:p>
            <a:pPr marL="469265" indent="-456565">
              <a:spcBef>
                <a:spcPts val="960"/>
              </a:spcBef>
              <a:buFontTx/>
              <a:buAutoNum type="arabicPeriod"/>
              <a:tabLst>
                <a:tab pos="469265" algn="l"/>
              </a:tabLst>
            </a:pPr>
            <a:r>
              <a:rPr lang="en-IN" sz="2000" spc="-65" dirty="0">
                <a:solidFill>
                  <a:srgbClr val="1F487C"/>
                </a:solidFill>
                <a:latin typeface="Carlito"/>
                <a:cs typeface="Carlito"/>
              </a:rPr>
              <a:t>23BEC0208</a:t>
            </a:r>
            <a:r>
              <a:rPr lang="en-IN" sz="2000" spc="-114" dirty="0">
                <a:solidFill>
                  <a:srgbClr val="1F487C"/>
                </a:solidFill>
                <a:latin typeface="Carlito"/>
                <a:cs typeface="Carlito"/>
              </a:rPr>
              <a:t> </a:t>
            </a:r>
            <a:r>
              <a:rPr lang="en-IN" sz="2000" spc="-105" dirty="0">
                <a:solidFill>
                  <a:srgbClr val="1F487C"/>
                </a:solidFill>
                <a:latin typeface="Rasa"/>
                <a:cs typeface="Rasa"/>
              </a:rPr>
              <a:t>–</a:t>
            </a:r>
            <a:r>
              <a:rPr lang="en-IN" sz="2000" spc="-60" dirty="0">
                <a:solidFill>
                  <a:srgbClr val="1F487C"/>
                </a:solidFill>
                <a:latin typeface="Rasa"/>
                <a:cs typeface="Rasa"/>
              </a:rPr>
              <a:t> </a:t>
            </a:r>
            <a:r>
              <a:rPr lang="en-IN" sz="2000" spc="-60" dirty="0">
                <a:solidFill>
                  <a:srgbClr val="1F487C"/>
                </a:solidFill>
                <a:latin typeface="Carlito"/>
                <a:cs typeface="Carlito"/>
              </a:rPr>
              <a:t>SENAPATHY C</a:t>
            </a:r>
            <a:endParaRPr lang="en-IN" sz="2000" dirty="0">
              <a:latin typeface="Carlito"/>
              <a:cs typeface="Carlito"/>
            </a:endParaRPr>
          </a:p>
        </p:txBody>
      </p:sp>
      <p:sp>
        <p:nvSpPr>
          <p:cNvPr id="7" name="object 7"/>
          <p:cNvSpPr/>
          <p:nvPr/>
        </p:nvSpPr>
        <p:spPr>
          <a:xfrm>
            <a:off x="9058656" y="4148137"/>
            <a:ext cx="3133725" cy="2710180"/>
          </a:xfrm>
          <a:custGeom>
            <a:avLst/>
            <a:gdLst/>
            <a:ahLst/>
            <a:cxnLst/>
            <a:rect l="l" t="t" r="r" b="b"/>
            <a:pathLst>
              <a:path w="3133725" h="2710179">
                <a:moveTo>
                  <a:pt x="3133344" y="281787"/>
                </a:moveTo>
                <a:lnTo>
                  <a:pt x="3133331" y="281597"/>
                </a:lnTo>
                <a:lnTo>
                  <a:pt x="3133331" y="246951"/>
                </a:lnTo>
                <a:lnTo>
                  <a:pt x="3133331" y="0"/>
                </a:lnTo>
                <a:lnTo>
                  <a:pt x="2822829" y="45021"/>
                </a:lnTo>
                <a:lnTo>
                  <a:pt x="2772918" y="55156"/>
                </a:lnTo>
                <a:lnTo>
                  <a:pt x="2723197" y="66014"/>
                </a:lnTo>
                <a:lnTo>
                  <a:pt x="2673654" y="77571"/>
                </a:lnTo>
                <a:lnTo>
                  <a:pt x="2624315" y="89839"/>
                </a:lnTo>
                <a:lnTo>
                  <a:pt x="2575179" y="102806"/>
                </a:lnTo>
                <a:lnTo>
                  <a:pt x="2526258" y="116459"/>
                </a:lnTo>
                <a:lnTo>
                  <a:pt x="2477566" y="130810"/>
                </a:lnTo>
                <a:lnTo>
                  <a:pt x="2429103" y="145834"/>
                </a:lnTo>
                <a:lnTo>
                  <a:pt x="2380894" y="161518"/>
                </a:lnTo>
                <a:lnTo>
                  <a:pt x="2332952" y="177888"/>
                </a:lnTo>
                <a:lnTo>
                  <a:pt x="2285276" y="194906"/>
                </a:lnTo>
                <a:lnTo>
                  <a:pt x="2237867" y="212585"/>
                </a:lnTo>
                <a:lnTo>
                  <a:pt x="2190762" y="230911"/>
                </a:lnTo>
                <a:lnTo>
                  <a:pt x="2143950" y="249872"/>
                </a:lnTo>
                <a:lnTo>
                  <a:pt x="2097443" y="269468"/>
                </a:lnTo>
                <a:lnTo>
                  <a:pt x="2051265" y="289687"/>
                </a:lnTo>
                <a:lnTo>
                  <a:pt x="2005406" y="310540"/>
                </a:lnTo>
                <a:lnTo>
                  <a:pt x="1959902" y="332003"/>
                </a:lnTo>
                <a:lnTo>
                  <a:pt x="1914740" y="354076"/>
                </a:lnTo>
                <a:lnTo>
                  <a:pt x="1869948" y="376745"/>
                </a:lnTo>
                <a:lnTo>
                  <a:pt x="1824367" y="400583"/>
                </a:lnTo>
                <a:lnTo>
                  <a:pt x="1779168" y="425018"/>
                </a:lnTo>
                <a:lnTo>
                  <a:pt x="1734350" y="450037"/>
                </a:lnTo>
                <a:lnTo>
                  <a:pt x="1689912" y="475640"/>
                </a:lnTo>
                <a:lnTo>
                  <a:pt x="1645869" y="501827"/>
                </a:lnTo>
                <a:lnTo>
                  <a:pt x="1602244" y="528599"/>
                </a:lnTo>
                <a:lnTo>
                  <a:pt x="1559039" y="555942"/>
                </a:lnTo>
                <a:lnTo>
                  <a:pt x="1516265" y="583857"/>
                </a:lnTo>
                <a:lnTo>
                  <a:pt x="1473936" y="612343"/>
                </a:lnTo>
                <a:lnTo>
                  <a:pt x="1432052" y="641388"/>
                </a:lnTo>
                <a:lnTo>
                  <a:pt x="1390637" y="670979"/>
                </a:lnTo>
                <a:lnTo>
                  <a:pt x="1349692" y="701141"/>
                </a:lnTo>
                <a:lnTo>
                  <a:pt x="1309243" y="731837"/>
                </a:lnTo>
                <a:lnTo>
                  <a:pt x="1276769" y="757262"/>
                </a:lnTo>
                <a:lnTo>
                  <a:pt x="1244536" y="782891"/>
                </a:lnTo>
                <a:lnTo>
                  <a:pt x="1212583" y="808812"/>
                </a:lnTo>
                <a:lnTo>
                  <a:pt x="1165212" y="848233"/>
                </a:lnTo>
                <a:lnTo>
                  <a:pt x="1103426" y="902208"/>
                </a:lnTo>
                <a:lnTo>
                  <a:pt x="1073035" y="929678"/>
                </a:lnTo>
                <a:lnTo>
                  <a:pt x="1018070" y="980694"/>
                </a:lnTo>
                <a:lnTo>
                  <a:pt x="978814" y="1018425"/>
                </a:lnTo>
                <a:lnTo>
                  <a:pt x="940219" y="1056728"/>
                </a:lnTo>
                <a:lnTo>
                  <a:pt x="902258" y="1095540"/>
                </a:lnTo>
                <a:lnTo>
                  <a:pt x="864870" y="1134833"/>
                </a:lnTo>
                <a:lnTo>
                  <a:pt x="828040" y="1174559"/>
                </a:lnTo>
                <a:lnTo>
                  <a:pt x="794753" y="1211757"/>
                </a:lnTo>
                <a:lnTo>
                  <a:pt x="762025" y="1249349"/>
                </a:lnTo>
                <a:lnTo>
                  <a:pt x="729843" y="1287348"/>
                </a:lnTo>
                <a:lnTo>
                  <a:pt x="698220" y="1325727"/>
                </a:lnTo>
                <a:lnTo>
                  <a:pt x="667156" y="1364475"/>
                </a:lnTo>
                <a:lnTo>
                  <a:pt x="636638" y="1403578"/>
                </a:lnTo>
                <a:lnTo>
                  <a:pt x="606691" y="1443037"/>
                </a:lnTo>
                <a:lnTo>
                  <a:pt x="577291" y="1482839"/>
                </a:lnTo>
                <a:lnTo>
                  <a:pt x="548462" y="1522971"/>
                </a:lnTo>
                <a:lnTo>
                  <a:pt x="520192" y="1563433"/>
                </a:lnTo>
                <a:lnTo>
                  <a:pt x="492493" y="1604187"/>
                </a:lnTo>
                <a:lnTo>
                  <a:pt x="465353" y="1645246"/>
                </a:lnTo>
                <a:lnTo>
                  <a:pt x="438785" y="1686585"/>
                </a:lnTo>
                <a:lnTo>
                  <a:pt x="410730" y="1731746"/>
                </a:lnTo>
                <a:lnTo>
                  <a:pt x="383387" y="1777250"/>
                </a:lnTo>
                <a:lnTo>
                  <a:pt x="356768" y="1823097"/>
                </a:lnTo>
                <a:lnTo>
                  <a:pt x="330885" y="1869287"/>
                </a:lnTo>
                <a:lnTo>
                  <a:pt x="305765" y="1915820"/>
                </a:lnTo>
                <a:lnTo>
                  <a:pt x="281432" y="1962683"/>
                </a:lnTo>
                <a:lnTo>
                  <a:pt x="257556" y="2009749"/>
                </a:lnTo>
                <a:lnTo>
                  <a:pt x="234569" y="2057133"/>
                </a:lnTo>
                <a:lnTo>
                  <a:pt x="212369" y="2104821"/>
                </a:lnTo>
                <a:lnTo>
                  <a:pt x="190919" y="2152777"/>
                </a:lnTo>
                <a:lnTo>
                  <a:pt x="170141" y="2200948"/>
                </a:lnTo>
                <a:lnTo>
                  <a:pt x="149987" y="2249297"/>
                </a:lnTo>
                <a:lnTo>
                  <a:pt x="130556" y="2297900"/>
                </a:lnTo>
                <a:lnTo>
                  <a:pt x="111899" y="2346744"/>
                </a:lnTo>
                <a:lnTo>
                  <a:pt x="94030" y="2395804"/>
                </a:lnTo>
                <a:lnTo>
                  <a:pt x="76936" y="2445093"/>
                </a:lnTo>
                <a:lnTo>
                  <a:pt x="60629" y="2494584"/>
                </a:lnTo>
                <a:lnTo>
                  <a:pt x="45110" y="2544267"/>
                </a:lnTo>
                <a:lnTo>
                  <a:pt x="30378" y="2594140"/>
                </a:lnTo>
                <a:lnTo>
                  <a:pt x="16433" y="2644190"/>
                </a:lnTo>
                <a:lnTo>
                  <a:pt x="3302" y="2694406"/>
                </a:lnTo>
                <a:lnTo>
                  <a:pt x="0" y="2709862"/>
                </a:lnTo>
                <a:lnTo>
                  <a:pt x="16764" y="2709862"/>
                </a:lnTo>
                <a:lnTo>
                  <a:pt x="28905" y="2709862"/>
                </a:lnTo>
                <a:lnTo>
                  <a:pt x="774052" y="2709862"/>
                </a:lnTo>
                <a:lnTo>
                  <a:pt x="800481" y="2641549"/>
                </a:lnTo>
                <a:lnTo>
                  <a:pt x="819670" y="2599207"/>
                </a:lnTo>
                <a:lnTo>
                  <a:pt x="839914" y="2556992"/>
                </a:lnTo>
                <a:lnTo>
                  <a:pt x="861199" y="2514930"/>
                </a:lnTo>
                <a:lnTo>
                  <a:pt x="883539" y="2473007"/>
                </a:lnTo>
                <a:lnTo>
                  <a:pt x="906678" y="2431719"/>
                </a:lnTo>
                <a:lnTo>
                  <a:pt x="930884" y="2390635"/>
                </a:lnTo>
                <a:lnTo>
                  <a:pt x="956106" y="2349741"/>
                </a:lnTo>
                <a:lnTo>
                  <a:pt x="982345" y="2309101"/>
                </a:lnTo>
                <a:lnTo>
                  <a:pt x="1009573" y="2268702"/>
                </a:lnTo>
                <a:lnTo>
                  <a:pt x="1037793" y="2228583"/>
                </a:lnTo>
                <a:lnTo>
                  <a:pt x="1066965" y="2188743"/>
                </a:lnTo>
                <a:lnTo>
                  <a:pt x="1097089" y="2149221"/>
                </a:lnTo>
                <a:lnTo>
                  <a:pt x="1128141" y="2110041"/>
                </a:lnTo>
                <a:lnTo>
                  <a:pt x="1160106" y="2071192"/>
                </a:lnTo>
                <a:lnTo>
                  <a:pt x="1192974" y="2032723"/>
                </a:lnTo>
                <a:lnTo>
                  <a:pt x="1226718" y="1994636"/>
                </a:lnTo>
                <a:lnTo>
                  <a:pt x="1261414" y="1956879"/>
                </a:lnTo>
                <a:lnTo>
                  <a:pt x="1296797" y="1919719"/>
                </a:lnTo>
                <a:lnTo>
                  <a:pt x="1333080" y="1882914"/>
                </a:lnTo>
                <a:lnTo>
                  <a:pt x="1370190" y="1846580"/>
                </a:lnTo>
                <a:lnTo>
                  <a:pt x="1408112" y="1810740"/>
                </a:lnTo>
                <a:lnTo>
                  <a:pt x="1446796" y="1775396"/>
                </a:lnTo>
                <a:lnTo>
                  <a:pt x="1486268" y="1740573"/>
                </a:lnTo>
                <a:lnTo>
                  <a:pt x="1526476" y="1706308"/>
                </a:lnTo>
                <a:lnTo>
                  <a:pt x="1567434" y="1672590"/>
                </a:lnTo>
                <a:lnTo>
                  <a:pt x="1605483" y="1642275"/>
                </a:lnTo>
                <a:lnTo>
                  <a:pt x="1644154" y="1612430"/>
                </a:lnTo>
                <a:lnTo>
                  <a:pt x="1683397" y="1583067"/>
                </a:lnTo>
                <a:lnTo>
                  <a:pt x="1723199" y="1554200"/>
                </a:lnTo>
                <a:lnTo>
                  <a:pt x="1763560" y="1525828"/>
                </a:lnTo>
                <a:lnTo>
                  <a:pt x="1804454" y="1497977"/>
                </a:lnTo>
                <a:lnTo>
                  <a:pt x="1845843" y="1470660"/>
                </a:lnTo>
                <a:lnTo>
                  <a:pt x="1887728" y="1443875"/>
                </a:lnTo>
                <a:lnTo>
                  <a:pt x="1930082" y="1417637"/>
                </a:lnTo>
                <a:lnTo>
                  <a:pt x="1972906" y="1391958"/>
                </a:lnTo>
                <a:lnTo>
                  <a:pt x="2016150" y="1366837"/>
                </a:lnTo>
                <a:lnTo>
                  <a:pt x="2059813" y="1342301"/>
                </a:lnTo>
                <a:lnTo>
                  <a:pt x="2103882" y="1318361"/>
                </a:lnTo>
                <a:lnTo>
                  <a:pt x="2148319" y="1295019"/>
                </a:lnTo>
                <a:lnTo>
                  <a:pt x="2193125" y="1272273"/>
                </a:lnTo>
                <a:lnTo>
                  <a:pt x="2238273" y="1250162"/>
                </a:lnTo>
                <a:lnTo>
                  <a:pt x="2283739" y="1228674"/>
                </a:lnTo>
                <a:lnTo>
                  <a:pt x="2329523" y="1207833"/>
                </a:lnTo>
                <a:lnTo>
                  <a:pt x="2375585" y="1187640"/>
                </a:lnTo>
                <a:lnTo>
                  <a:pt x="2421915" y="1168107"/>
                </a:lnTo>
                <a:lnTo>
                  <a:pt x="2468499" y="1149261"/>
                </a:lnTo>
                <a:lnTo>
                  <a:pt x="2515324" y="1131087"/>
                </a:lnTo>
                <a:lnTo>
                  <a:pt x="2562352" y="1113599"/>
                </a:lnTo>
                <a:lnTo>
                  <a:pt x="2612313" y="1095883"/>
                </a:lnTo>
                <a:lnTo>
                  <a:pt x="2662504" y="1078928"/>
                </a:lnTo>
                <a:lnTo>
                  <a:pt x="2712897" y="1062761"/>
                </a:lnTo>
                <a:lnTo>
                  <a:pt x="2763482" y="1047394"/>
                </a:lnTo>
                <a:lnTo>
                  <a:pt x="2814231" y="1032814"/>
                </a:lnTo>
                <a:lnTo>
                  <a:pt x="2865107" y="1019022"/>
                </a:lnTo>
                <a:lnTo>
                  <a:pt x="2916097" y="1006043"/>
                </a:lnTo>
                <a:lnTo>
                  <a:pt x="2967190" y="993863"/>
                </a:lnTo>
                <a:lnTo>
                  <a:pt x="3018345" y="982497"/>
                </a:lnTo>
                <a:lnTo>
                  <a:pt x="3069539" y="971956"/>
                </a:lnTo>
                <a:lnTo>
                  <a:pt x="3120771" y="962215"/>
                </a:lnTo>
                <a:lnTo>
                  <a:pt x="3133344" y="960526"/>
                </a:lnTo>
                <a:lnTo>
                  <a:pt x="3133344" y="281787"/>
                </a:lnTo>
                <a:close/>
              </a:path>
            </a:pathLst>
          </a:custGeom>
          <a:solidFill>
            <a:srgbClr val="FFFFFF">
              <a:alpha val="30195"/>
            </a:srgbClr>
          </a:solidFill>
        </p:spPr>
        <p:txBody>
          <a:bodyPr wrap="square" lIns="0" tIns="0" rIns="0" bIns="0" rtlCol="0"/>
          <a:lstStyle/>
          <a:p>
            <a:endParaRPr/>
          </a:p>
        </p:txBody>
      </p:sp>
      <p:sp>
        <p:nvSpPr>
          <p:cNvPr id="8" name="object 8"/>
          <p:cNvSpPr txBox="1"/>
          <p:nvPr/>
        </p:nvSpPr>
        <p:spPr>
          <a:xfrm>
            <a:off x="2268727" y="2102612"/>
            <a:ext cx="6622415" cy="1867819"/>
          </a:xfrm>
          <a:prstGeom prst="rect">
            <a:avLst/>
          </a:prstGeom>
        </p:spPr>
        <p:txBody>
          <a:bodyPr vert="horz" wrap="square" lIns="0" tIns="13335" rIns="0" bIns="0" rtlCol="0">
            <a:spAutoFit/>
          </a:bodyPr>
          <a:lstStyle/>
          <a:p>
            <a:pPr>
              <a:lnSpc>
                <a:spcPct val="100000"/>
              </a:lnSpc>
              <a:spcBef>
                <a:spcPts val="180"/>
              </a:spcBef>
            </a:pPr>
            <a:endParaRPr sz="3200" dirty="0">
              <a:latin typeface="Carlito"/>
              <a:cs typeface="Carlito"/>
            </a:endParaRPr>
          </a:p>
          <a:p>
            <a:pPr marL="1015365" algn="ctr">
              <a:lnSpc>
                <a:spcPct val="100000"/>
              </a:lnSpc>
            </a:pPr>
            <a:r>
              <a:rPr lang="en-IN" sz="2800" spc="-65" dirty="0">
                <a:latin typeface="Times New Roman"/>
                <a:cs typeface="Times New Roman"/>
              </a:rPr>
              <a:t>Atmosphere &amp; Air</a:t>
            </a:r>
            <a:r>
              <a:rPr sz="2800" spc="-75" dirty="0">
                <a:latin typeface="Times New Roman"/>
                <a:cs typeface="Times New Roman"/>
              </a:rPr>
              <a:t> </a:t>
            </a:r>
            <a:r>
              <a:rPr sz="2800" spc="-65" dirty="0">
                <a:latin typeface="Times New Roman"/>
                <a:cs typeface="Times New Roman"/>
              </a:rPr>
              <a:t>Monitoring</a:t>
            </a:r>
            <a:r>
              <a:rPr sz="2800" spc="-100" dirty="0">
                <a:latin typeface="Times New Roman"/>
                <a:cs typeface="Times New Roman"/>
              </a:rPr>
              <a:t> </a:t>
            </a:r>
            <a:r>
              <a:rPr lang="en-IN" sz="2800" spc="-10" dirty="0">
                <a:latin typeface="Times New Roman"/>
                <a:cs typeface="Times New Roman"/>
              </a:rPr>
              <a:t>System</a:t>
            </a:r>
            <a:endParaRPr sz="2800" dirty="0">
              <a:latin typeface="Times New Roman"/>
              <a:cs typeface="Times New Roman"/>
            </a:endParaRPr>
          </a:p>
          <a:p>
            <a:pPr>
              <a:lnSpc>
                <a:spcPct val="100000"/>
              </a:lnSpc>
              <a:spcBef>
                <a:spcPts val="1475"/>
              </a:spcBef>
            </a:pPr>
            <a:endParaRPr sz="2800" dirty="0">
              <a:latin typeface="Times New Roman"/>
              <a:cs typeface="Times New Roman"/>
            </a:endParaRPr>
          </a:p>
          <a:p>
            <a:pPr marL="12700">
              <a:lnSpc>
                <a:spcPct val="100000"/>
              </a:lnSpc>
              <a:spcBef>
                <a:spcPts val="5"/>
              </a:spcBef>
            </a:pPr>
            <a:r>
              <a:rPr sz="2000" b="1" spc="-100" dirty="0">
                <a:solidFill>
                  <a:srgbClr val="1F487C"/>
                </a:solidFill>
                <a:latin typeface="Carlito"/>
                <a:cs typeface="Carlito"/>
              </a:rPr>
              <a:t>Team</a:t>
            </a:r>
            <a:r>
              <a:rPr sz="2000" b="1" spc="-90" dirty="0">
                <a:solidFill>
                  <a:srgbClr val="1F487C"/>
                </a:solidFill>
                <a:latin typeface="Carlito"/>
                <a:cs typeface="Carlito"/>
              </a:rPr>
              <a:t> </a:t>
            </a:r>
            <a:r>
              <a:rPr sz="2000" b="1" spc="-10" dirty="0">
                <a:solidFill>
                  <a:srgbClr val="1F487C"/>
                </a:solidFill>
                <a:latin typeface="Carlito"/>
                <a:cs typeface="Carlito"/>
              </a:rPr>
              <a:t>Members:</a:t>
            </a:r>
            <a:endParaRPr sz="2000" dirty="0">
              <a:latin typeface="Carlito"/>
              <a:cs typeface="Carlito"/>
            </a:endParaRPr>
          </a:p>
        </p:txBody>
      </p:sp>
      <p:sp>
        <p:nvSpPr>
          <p:cNvPr id="9" name="object 9"/>
          <p:cNvSpPr txBox="1"/>
          <p:nvPr/>
        </p:nvSpPr>
        <p:spPr>
          <a:xfrm>
            <a:off x="7121397" y="4443646"/>
            <a:ext cx="3122295" cy="878840"/>
          </a:xfrm>
          <a:prstGeom prst="rect">
            <a:avLst/>
          </a:prstGeom>
        </p:spPr>
        <p:txBody>
          <a:bodyPr vert="horz" wrap="square" lIns="0" tIns="133985" rIns="0" bIns="0" rtlCol="0">
            <a:spAutoFit/>
          </a:bodyPr>
          <a:lstStyle/>
          <a:p>
            <a:pPr marL="12700">
              <a:lnSpc>
                <a:spcPct val="100000"/>
              </a:lnSpc>
              <a:spcBef>
                <a:spcPts val="1055"/>
              </a:spcBef>
            </a:pPr>
            <a:r>
              <a:rPr sz="2000" b="1" spc="-40" dirty="0">
                <a:solidFill>
                  <a:srgbClr val="1F487C"/>
                </a:solidFill>
                <a:latin typeface="Carlito"/>
                <a:cs typeface="Carlito"/>
              </a:rPr>
              <a:t>SLOT:</a:t>
            </a:r>
            <a:r>
              <a:rPr sz="2000" b="1" spc="60" dirty="0">
                <a:solidFill>
                  <a:srgbClr val="1F487C"/>
                </a:solidFill>
                <a:latin typeface="Carlito"/>
                <a:cs typeface="Carlito"/>
              </a:rPr>
              <a:t> </a:t>
            </a:r>
            <a:r>
              <a:rPr lang="en-IN" sz="2000" spc="-40" dirty="0">
                <a:solidFill>
                  <a:srgbClr val="1F487C"/>
                </a:solidFill>
                <a:latin typeface="Carlito"/>
                <a:cs typeface="Carlito"/>
              </a:rPr>
              <a:t>D</a:t>
            </a:r>
            <a:r>
              <a:rPr sz="2000" spc="-40" dirty="0">
                <a:solidFill>
                  <a:srgbClr val="1F487C"/>
                </a:solidFill>
                <a:latin typeface="Carlito"/>
                <a:cs typeface="Carlito"/>
              </a:rPr>
              <a:t>2</a:t>
            </a:r>
            <a:r>
              <a:rPr sz="2000" spc="-114" dirty="0">
                <a:solidFill>
                  <a:srgbClr val="1F487C"/>
                </a:solidFill>
                <a:latin typeface="Carlito"/>
                <a:cs typeface="Carlito"/>
              </a:rPr>
              <a:t> </a:t>
            </a:r>
            <a:r>
              <a:rPr sz="2000" spc="-10" dirty="0">
                <a:solidFill>
                  <a:srgbClr val="1F487C"/>
                </a:solidFill>
                <a:latin typeface="Carlito"/>
                <a:cs typeface="Carlito"/>
              </a:rPr>
              <a:t>+</a:t>
            </a:r>
            <a:r>
              <a:rPr sz="2000" spc="-120" dirty="0">
                <a:solidFill>
                  <a:srgbClr val="1F487C"/>
                </a:solidFill>
                <a:latin typeface="Carlito"/>
                <a:cs typeface="Carlito"/>
              </a:rPr>
              <a:t> </a:t>
            </a:r>
            <a:r>
              <a:rPr sz="2000" spc="-25" dirty="0">
                <a:solidFill>
                  <a:srgbClr val="1F487C"/>
                </a:solidFill>
                <a:latin typeface="Carlito"/>
                <a:cs typeface="Carlito"/>
              </a:rPr>
              <a:t>T</a:t>
            </a:r>
            <a:r>
              <a:rPr lang="en-IN" sz="2000" spc="-25" dirty="0">
                <a:solidFill>
                  <a:srgbClr val="1F487C"/>
                </a:solidFill>
                <a:latin typeface="Carlito"/>
                <a:cs typeface="Carlito"/>
              </a:rPr>
              <a:t>D</a:t>
            </a:r>
            <a:r>
              <a:rPr sz="2000" spc="-25" dirty="0">
                <a:solidFill>
                  <a:srgbClr val="1F487C"/>
                </a:solidFill>
                <a:latin typeface="Carlito"/>
                <a:cs typeface="Carlito"/>
              </a:rPr>
              <a:t>2</a:t>
            </a:r>
            <a:endParaRPr sz="2000" dirty="0">
              <a:latin typeface="Carlito"/>
              <a:cs typeface="Carlito"/>
            </a:endParaRPr>
          </a:p>
          <a:p>
            <a:pPr marL="12700">
              <a:lnSpc>
                <a:spcPct val="100000"/>
              </a:lnSpc>
              <a:spcBef>
                <a:spcPts val="960"/>
              </a:spcBef>
            </a:pPr>
            <a:r>
              <a:rPr sz="2000" b="1" spc="-85" dirty="0">
                <a:solidFill>
                  <a:srgbClr val="1F487C"/>
                </a:solidFill>
                <a:latin typeface="Carlito"/>
                <a:cs typeface="Carlito"/>
              </a:rPr>
              <a:t>FACULTY:</a:t>
            </a:r>
            <a:r>
              <a:rPr sz="2000" b="1" spc="175" dirty="0">
                <a:solidFill>
                  <a:srgbClr val="1F487C"/>
                </a:solidFill>
                <a:latin typeface="Carlito"/>
                <a:cs typeface="Carlito"/>
              </a:rPr>
              <a:t> </a:t>
            </a:r>
            <a:r>
              <a:rPr sz="2000" spc="-120" dirty="0">
                <a:solidFill>
                  <a:srgbClr val="1F487C"/>
                </a:solidFill>
                <a:latin typeface="Carlito"/>
                <a:cs typeface="Carlito"/>
              </a:rPr>
              <a:t>Dr. </a:t>
            </a:r>
            <a:r>
              <a:rPr lang="en-IN" sz="2000" i="0" dirty="0">
                <a:solidFill>
                  <a:schemeClr val="tx2"/>
                </a:solidFill>
                <a:effectLst/>
                <a:latin typeface="OpenSans"/>
              </a:rPr>
              <a:t>GOPINATH P</a:t>
            </a:r>
            <a:endParaRPr sz="2000" dirty="0">
              <a:solidFill>
                <a:schemeClr val="tx2"/>
              </a:solidFill>
              <a:latin typeface="Carlito"/>
              <a:cs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33086" y="203149"/>
            <a:ext cx="2926080" cy="817880"/>
          </a:xfrm>
          <a:prstGeom prst="rect">
            <a:avLst/>
          </a:prstGeom>
        </p:spPr>
        <p:txBody>
          <a:bodyPr vert="horz" wrap="square" lIns="0" tIns="12065" rIns="0" bIns="0" rtlCol="0">
            <a:spAutoFit/>
          </a:bodyPr>
          <a:lstStyle/>
          <a:p>
            <a:pPr marL="12700">
              <a:lnSpc>
                <a:spcPct val="100000"/>
              </a:lnSpc>
              <a:spcBef>
                <a:spcPts val="95"/>
              </a:spcBef>
            </a:pPr>
            <a:r>
              <a:rPr sz="5200" spc="-10" dirty="0">
                <a:solidFill>
                  <a:srgbClr val="1F487C"/>
                </a:solidFill>
              </a:rPr>
              <a:t>CONTENTS</a:t>
            </a:r>
            <a:endParaRPr sz="5200"/>
          </a:p>
        </p:txBody>
      </p:sp>
      <p:sp>
        <p:nvSpPr>
          <p:cNvPr id="3" name="object 3"/>
          <p:cNvSpPr txBox="1">
            <a:spLocks noGrp="1"/>
          </p:cNvSpPr>
          <p:nvPr>
            <p:ph sz="half" idx="2"/>
          </p:nvPr>
        </p:nvSpPr>
        <p:spPr>
          <a:prstGeom prst="rect">
            <a:avLst/>
          </a:prstGeom>
        </p:spPr>
        <p:txBody>
          <a:bodyPr vert="horz" wrap="square" lIns="0" tIns="88900" rIns="0" bIns="0" rtlCol="0">
            <a:spAutoFit/>
          </a:bodyPr>
          <a:lstStyle/>
          <a:p>
            <a:pPr marL="354965" indent="-342265">
              <a:lnSpc>
                <a:spcPct val="100000"/>
              </a:lnSpc>
              <a:spcBef>
                <a:spcPts val="700"/>
              </a:spcBef>
              <a:buAutoNum type="arabicParenR"/>
              <a:tabLst>
                <a:tab pos="354965" algn="l"/>
              </a:tabLst>
            </a:pPr>
            <a:r>
              <a:rPr spc="-10" dirty="0"/>
              <a:t>Literature</a:t>
            </a:r>
            <a:r>
              <a:rPr spc="-50" dirty="0"/>
              <a:t> </a:t>
            </a:r>
            <a:r>
              <a:rPr spc="-10" dirty="0"/>
              <a:t>Survey</a:t>
            </a:r>
          </a:p>
          <a:p>
            <a:pPr marL="354965" indent="-342265">
              <a:lnSpc>
                <a:spcPct val="100000"/>
              </a:lnSpc>
              <a:spcBef>
                <a:spcPts val="600"/>
              </a:spcBef>
              <a:buAutoNum type="arabicParenR"/>
              <a:tabLst>
                <a:tab pos="354965" algn="l"/>
              </a:tabLst>
            </a:pPr>
            <a:r>
              <a:rPr dirty="0"/>
              <a:t>Identifying</a:t>
            </a:r>
            <a:r>
              <a:rPr spc="-50" dirty="0"/>
              <a:t> </a:t>
            </a:r>
            <a:r>
              <a:rPr dirty="0"/>
              <a:t>the</a:t>
            </a:r>
            <a:r>
              <a:rPr spc="-55" dirty="0"/>
              <a:t> </a:t>
            </a:r>
            <a:r>
              <a:rPr spc="-25" dirty="0"/>
              <a:t>Gap</a:t>
            </a:r>
          </a:p>
          <a:p>
            <a:pPr marL="354965" indent="-342265">
              <a:lnSpc>
                <a:spcPct val="100000"/>
              </a:lnSpc>
              <a:spcBef>
                <a:spcPts val="600"/>
              </a:spcBef>
              <a:buAutoNum type="arabicParenR"/>
              <a:tabLst>
                <a:tab pos="354965" algn="l"/>
              </a:tabLst>
            </a:pPr>
            <a:r>
              <a:rPr dirty="0"/>
              <a:t>Problem</a:t>
            </a:r>
            <a:r>
              <a:rPr spc="-90" dirty="0"/>
              <a:t> </a:t>
            </a:r>
            <a:r>
              <a:rPr spc="-10" dirty="0"/>
              <a:t>Statement</a:t>
            </a:r>
          </a:p>
          <a:p>
            <a:pPr marL="354965" indent="-342265">
              <a:lnSpc>
                <a:spcPct val="100000"/>
              </a:lnSpc>
              <a:spcBef>
                <a:spcPts val="600"/>
              </a:spcBef>
              <a:buAutoNum type="arabicParenR"/>
              <a:tabLst>
                <a:tab pos="354965" algn="l"/>
              </a:tabLst>
            </a:pPr>
            <a:r>
              <a:rPr dirty="0"/>
              <a:t>Project</a:t>
            </a:r>
            <a:r>
              <a:rPr spc="-45" dirty="0"/>
              <a:t> </a:t>
            </a:r>
            <a:r>
              <a:rPr spc="-10" dirty="0"/>
              <a:t>Objective</a:t>
            </a:r>
          </a:p>
          <a:p>
            <a:pPr marL="354965" indent="-342265">
              <a:lnSpc>
                <a:spcPct val="100000"/>
              </a:lnSpc>
              <a:spcBef>
                <a:spcPts val="600"/>
              </a:spcBef>
              <a:buAutoNum type="arabicParenR"/>
              <a:tabLst>
                <a:tab pos="354965" algn="l"/>
              </a:tabLst>
            </a:pPr>
            <a:r>
              <a:rPr dirty="0"/>
              <a:t>Design</a:t>
            </a:r>
            <a:r>
              <a:rPr spc="-45" dirty="0"/>
              <a:t> </a:t>
            </a:r>
            <a:r>
              <a:rPr spc="-10" dirty="0"/>
              <a:t>Approach</a:t>
            </a:r>
            <a:r>
              <a:rPr spc="-50" dirty="0"/>
              <a:t> </a:t>
            </a:r>
            <a:r>
              <a:rPr dirty="0"/>
              <a:t>and</a:t>
            </a:r>
            <a:r>
              <a:rPr spc="-40" dirty="0"/>
              <a:t> </a:t>
            </a:r>
            <a:r>
              <a:rPr spc="-10" dirty="0"/>
              <a:t>Algorithm</a:t>
            </a:r>
          </a:p>
          <a:p>
            <a:pPr marL="354965" indent="-342265">
              <a:lnSpc>
                <a:spcPct val="100000"/>
              </a:lnSpc>
              <a:spcBef>
                <a:spcPts val="600"/>
              </a:spcBef>
              <a:buAutoNum type="arabicParenR"/>
              <a:tabLst>
                <a:tab pos="354965" algn="l"/>
              </a:tabLst>
            </a:pPr>
            <a:r>
              <a:rPr spc="-10" dirty="0"/>
              <a:t>System</a:t>
            </a:r>
            <a:r>
              <a:rPr spc="-65" dirty="0"/>
              <a:t> </a:t>
            </a:r>
            <a:r>
              <a:rPr spc="-10" dirty="0"/>
              <a:t>Architecture</a:t>
            </a:r>
          </a:p>
          <a:p>
            <a:pPr marL="1099185" lvl="1" indent="-342900">
              <a:lnSpc>
                <a:spcPct val="100000"/>
              </a:lnSpc>
              <a:spcBef>
                <a:spcPts val="600"/>
              </a:spcBef>
              <a:buFont typeface="Arial"/>
              <a:buChar char="•"/>
              <a:tabLst>
                <a:tab pos="1099185" algn="l"/>
              </a:tabLst>
            </a:pPr>
            <a:r>
              <a:rPr sz="1800" dirty="0">
                <a:solidFill>
                  <a:srgbClr val="1F487C"/>
                </a:solidFill>
                <a:latin typeface="Carlito"/>
                <a:cs typeface="Carlito"/>
              </a:rPr>
              <a:t>Project</a:t>
            </a:r>
            <a:r>
              <a:rPr sz="1800" spc="-45" dirty="0">
                <a:solidFill>
                  <a:srgbClr val="1F487C"/>
                </a:solidFill>
                <a:latin typeface="Carlito"/>
                <a:cs typeface="Carlito"/>
              </a:rPr>
              <a:t> </a:t>
            </a:r>
            <a:r>
              <a:rPr sz="1800" spc="-10" dirty="0">
                <a:solidFill>
                  <a:srgbClr val="1F487C"/>
                </a:solidFill>
                <a:latin typeface="Carlito"/>
                <a:cs typeface="Carlito"/>
              </a:rPr>
              <a:t>Circuit</a:t>
            </a:r>
            <a:endParaRPr sz="1800">
              <a:latin typeface="Carlito"/>
              <a:cs typeface="Carlito"/>
            </a:endParaRPr>
          </a:p>
          <a:p>
            <a:pPr marL="1099185" lvl="1" indent="-342900">
              <a:lnSpc>
                <a:spcPct val="100000"/>
              </a:lnSpc>
              <a:spcBef>
                <a:spcPts val="605"/>
              </a:spcBef>
              <a:buFont typeface="Arial"/>
              <a:buChar char="•"/>
              <a:tabLst>
                <a:tab pos="1099185" algn="l"/>
              </a:tabLst>
            </a:pPr>
            <a:r>
              <a:rPr sz="1800" dirty="0">
                <a:solidFill>
                  <a:srgbClr val="1F487C"/>
                </a:solidFill>
                <a:latin typeface="Carlito"/>
                <a:cs typeface="Carlito"/>
              </a:rPr>
              <a:t>Project</a:t>
            </a:r>
            <a:r>
              <a:rPr sz="1800" spc="-45" dirty="0">
                <a:solidFill>
                  <a:srgbClr val="1F487C"/>
                </a:solidFill>
                <a:latin typeface="Carlito"/>
                <a:cs typeface="Carlito"/>
              </a:rPr>
              <a:t> </a:t>
            </a:r>
            <a:r>
              <a:rPr sz="1800" spc="-10" dirty="0">
                <a:solidFill>
                  <a:srgbClr val="1F487C"/>
                </a:solidFill>
                <a:latin typeface="Carlito"/>
                <a:cs typeface="Carlito"/>
              </a:rPr>
              <a:t>Illustration</a:t>
            </a:r>
            <a:endParaRPr sz="1800">
              <a:latin typeface="Carlito"/>
              <a:cs typeface="Carlito"/>
            </a:endParaRPr>
          </a:p>
          <a:p>
            <a:pPr marL="1099185" lvl="1" indent="-342900">
              <a:lnSpc>
                <a:spcPct val="100000"/>
              </a:lnSpc>
              <a:spcBef>
                <a:spcPts val="600"/>
              </a:spcBef>
              <a:buFont typeface="Arial"/>
              <a:buChar char="•"/>
              <a:tabLst>
                <a:tab pos="1099185" algn="l"/>
              </a:tabLst>
            </a:pPr>
            <a:r>
              <a:rPr sz="1800" dirty="0">
                <a:solidFill>
                  <a:srgbClr val="1F487C"/>
                </a:solidFill>
                <a:latin typeface="Carlito"/>
                <a:cs typeface="Carlito"/>
              </a:rPr>
              <a:t>Project</a:t>
            </a:r>
            <a:r>
              <a:rPr sz="1800" spc="-45" dirty="0">
                <a:solidFill>
                  <a:srgbClr val="1F487C"/>
                </a:solidFill>
                <a:latin typeface="Carlito"/>
                <a:cs typeface="Carlito"/>
              </a:rPr>
              <a:t> </a:t>
            </a:r>
            <a:r>
              <a:rPr sz="1800" spc="-10" dirty="0">
                <a:solidFill>
                  <a:srgbClr val="1F487C"/>
                </a:solidFill>
                <a:latin typeface="Carlito"/>
                <a:cs typeface="Carlito"/>
              </a:rPr>
              <a:t>Codes</a:t>
            </a:r>
            <a:endParaRPr sz="1800">
              <a:latin typeface="Carlito"/>
              <a:cs typeface="Carlito"/>
            </a:endParaRPr>
          </a:p>
          <a:p>
            <a:pPr marL="1099185" lvl="1" indent="-342900">
              <a:lnSpc>
                <a:spcPct val="100000"/>
              </a:lnSpc>
              <a:spcBef>
                <a:spcPts val="600"/>
              </a:spcBef>
              <a:buFont typeface="Arial"/>
              <a:buChar char="•"/>
              <a:tabLst>
                <a:tab pos="1099185" algn="l"/>
              </a:tabLst>
            </a:pPr>
            <a:r>
              <a:rPr sz="1800" dirty="0">
                <a:solidFill>
                  <a:srgbClr val="1F487C"/>
                </a:solidFill>
                <a:latin typeface="Carlito"/>
                <a:cs typeface="Carlito"/>
              </a:rPr>
              <a:t>Blynk </a:t>
            </a:r>
            <a:r>
              <a:rPr sz="1800" spc="-25" dirty="0">
                <a:solidFill>
                  <a:srgbClr val="1F487C"/>
                </a:solidFill>
                <a:latin typeface="Carlito"/>
                <a:cs typeface="Carlito"/>
              </a:rPr>
              <a:t>UI</a:t>
            </a:r>
            <a:endParaRPr sz="1800">
              <a:latin typeface="Carlito"/>
              <a:cs typeface="Carlito"/>
            </a:endParaRPr>
          </a:p>
          <a:p>
            <a:pPr marL="354965" indent="-342265">
              <a:lnSpc>
                <a:spcPct val="100000"/>
              </a:lnSpc>
              <a:spcBef>
                <a:spcPts val="600"/>
              </a:spcBef>
              <a:buAutoNum type="arabicParenR"/>
              <a:tabLst>
                <a:tab pos="354965" algn="l"/>
              </a:tabLst>
            </a:pPr>
            <a:r>
              <a:rPr dirty="0"/>
              <a:t>Analytical</a:t>
            </a:r>
            <a:r>
              <a:rPr spc="-65" dirty="0"/>
              <a:t> </a:t>
            </a:r>
            <a:r>
              <a:rPr dirty="0"/>
              <a:t>and</a:t>
            </a:r>
            <a:r>
              <a:rPr spc="-65" dirty="0"/>
              <a:t> </a:t>
            </a:r>
            <a:r>
              <a:rPr dirty="0"/>
              <a:t>Theoretical</a:t>
            </a:r>
            <a:r>
              <a:rPr spc="-50" dirty="0"/>
              <a:t> </a:t>
            </a:r>
            <a:r>
              <a:rPr spc="-10" dirty="0"/>
              <a:t>Description</a:t>
            </a:r>
          </a:p>
          <a:p>
            <a:pPr marL="354965" indent="-342265">
              <a:lnSpc>
                <a:spcPct val="100000"/>
              </a:lnSpc>
              <a:spcBef>
                <a:spcPts val="600"/>
              </a:spcBef>
              <a:buAutoNum type="arabicParenR"/>
              <a:tabLst>
                <a:tab pos="354965" algn="l"/>
              </a:tabLst>
            </a:pPr>
            <a:r>
              <a:rPr spc="-10" dirty="0"/>
              <a:t>Hardware</a:t>
            </a:r>
            <a:r>
              <a:rPr spc="-30" dirty="0"/>
              <a:t> </a:t>
            </a:r>
            <a:r>
              <a:rPr dirty="0"/>
              <a:t>and</a:t>
            </a:r>
            <a:r>
              <a:rPr spc="-55" dirty="0"/>
              <a:t> </a:t>
            </a:r>
            <a:r>
              <a:rPr dirty="0"/>
              <a:t>Software</a:t>
            </a:r>
            <a:r>
              <a:rPr spc="-40" dirty="0"/>
              <a:t> </a:t>
            </a:r>
            <a:r>
              <a:rPr dirty="0"/>
              <a:t>tools</a:t>
            </a:r>
            <a:r>
              <a:rPr spc="-50" dirty="0"/>
              <a:t> </a:t>
            </a:r>
            <a:r>
              <a:rPr spc="-20" dirty="0"/>
              <a:t>used</a:t>
            </a:r>
          </a:p>
          <a:p>
            <a:pPr marL="354965" indent="-342265">
              <a:lnSpc>
                <a:spcPct val="100000"/>
              </a:lnSpc>
              <a:spcBef>
                <a:spcPts val="600"/>
              </a:spcBef>
              <a:buAutoNum type="arabicParenR"/>
              <a:tabLst>
                <a:tab pos="354965" algn="l"/>
              </a:tabLst>
            </a:pPr>
            <a:r>
              <a:rPr dirty="0"/>
              <a:t>Result</a:t>
            </a:r>
            <a:r>
              <a:rPr spc="-80" dirty="0"/>
              <a:t> </a:t>
            </a:r>
            <a:r>
              <a:rPr spc="-10" dirty="0"/>
              <a:t>Analysis</a:t>
            </a:r>
          </a:p>
        </p:txBody>
      </p:sp>
      <p:sp>
        <p:nvSpPr>
          <p:cNvPr id="4" name="object 4"/>
          <p:cNvSpPr txBox="1"/>
          <p:nvPr/>
        </p:nvSpPr>
        <p:spPr>
          <a:xfrm>
            <a:off x="6688963" y="1532635"/>
            <a:ext cx="3460115" cy="1778635"/>
          </a:xfrm>
          <a:prstGeom prst="rect">
            <a:avLst/>
          </a:prstGeom>
        </p:spPr>
        <p:txBody>
          <a:bodyPr vert="horz" wrap="square" lIns="0" tIns="88900" rIns="0" bIns="0" rtlCol="0">
            <a:spAutoFit/>
          </a:bodyPr>
          <a:lstStyle/>
          <a:p>
            <a:pPr marL="408305" indent="-395605">
              <a:lnSpc>
                <a:spcPct val="100000"/>
              </a:lnSpc>
              <a:spcBef>
                <a:spcPts val="700"/>
              </a:spcBef>
              <a:buAutoNum type="arabicParenR" startAt="10"/>
              <a:tabLst>
                <a:tab pos="408305" algn="l"/>
              </a:tabLst>
            </a:pPr>
            <a:r>
              <a:rPr sz="1800" dirty="0">
                <a:solidFill>
                  <a:srgbClr val="1F487C"/>
                </a:solidFill>
                <a:latin typeface="Carlito"/>
                <a:cs typeface="Carlito"/>
              </a:rPr>
              <a:t>Conclusion</a:t>
            </a:r>
            <a:r>
              <a:rPr sz="1800" spc="-50" dirty="0">
                <a:solidFill>
                  <a:srgbClr val="1F487C"/>
                </a:solidFill>
                <a:latin typeface="Carlito"/>
                <a:cs typeface="Carlito"/>
              </a:rPr>
              <a:t> </a:t>
            </a:r>
            <a:r>
              <a:rPr sz="1800" dirty="0">
                <a:solidFill>
                  <a:srgbClr val="1F487C"/>
                </a:solidFill>
                <a:latin typeface="Carlito"/>
                <a:cs typeface="Carlito"/>
              </a:rPr>
              <a:t>and</a:t>
            </a:r>
            <a:r>
              <a:rPr sz="1800" spc="-55" dirty="0">
                <a:solidFill>
                  <a:srgbClr val="1F487C"/>
                </a:solidFill>
                <a:latin typeface="Carlito"/>
                <a:cs typeface="Carlito"/>
              </a:rPr>
              <a:t> </a:t>
            </a:r>
            <a:r>
              <a:rPr sz="1800" dirty="0">
                <a:solidFill>
                  <a:srgbClr val="1F487C"/>
                </a:solidFill>
                <a:latin typeface="Carlito"/>
                <a:cs typeface="Carlito"/>
              </a:rPr>
              <a:t>Future</a:t>
            </a:r>
            <a:r>
              <a:rPr sz="1800" spc="-55" dirty="0">
                <a:solidFill>
                  <a:srgbClr val="1F487C"/>
                </a:solidFill>
                <a:latin typeface="Carlito"/>
                <a:cs typeface="Carlito"/>
              </a:rPr>
              <a:t> </a:t>
            </a:r>
            <a:r>
              <a:rPr sz="1800" spc="-20" dirty="0">
                <a:solidFill>
                  <a:srgbClr val="1F487C"/>
                </a:solidFill>
                <a:latin typeface="Carlito"/>
                <a:cs typeface="Carlito"/>
              </a:rPr>
              <a:t>work</a:t>
            </a:r>
            <a:endParaRPr sz="1800">
              <a:latin typeface="Carlito"/>
              <a:cs typeface="Carlito"/>
            </a:endParaRPr>
          </a:p>
          <a:p>
            <a:pPr marL="408305" indent="-395605">
              <a:lnSpc>
                <a:spcPct val="100000"/>
              </a:lnSpc>
              <a:spcBef>
                <a:spcPts val="600"/>
              </a:spcBef>
              <a:buAutoNum type="arabicParenR" startAt="10"/>
              <a:tabLst>
                <a:tab pos="408305" algn="l"/>
              </a:tabLst>
            </a:pPr>
            <a:r>
              <a:rPr sz="1800" dirty="0">
                <a:solidFill>
                  <a:srgbClr val="1F487C"/>
                </a:solidFill>
                <a:latin typeface="Carlito"/>
                <a:cs typeface="Carlito"/>
              </a:rPr>
              <a:t>Social</a:t>
            </a:r>
            <a:r>
              <a:rPr sz="1800" spc="-15" dirty="0">
                <a:solidFill>
                  <a:srgbClr val="1F487C"/>
                </a:solidFill>
                <a:latin typeface="Carlito"/>
                <a:cs typeface="Carlito"/>
              </a:rPr>
              <a:t> </a:t>
            </a:r>
            <a:r>
              <a:rPr sz="1800" dirty="0">
                <a:solidFill>
                  <a:srgbClr val="1F487C"/>
                </a:solidFill>
                <a:latin typeface="Carlito"/>
                <a:cs typeface="Carlito"/>
              </a:rPr>
              <a:t>and</a:t>
            </a:r>
            <a:r>
              <a:rPr sz="1800" spc="-25" dirty="0">
                <a:solidFill>
                  <a:srgbClr val="1F487C"/>
                </a:solidFill>
                <a:latin typeface="Carlito"/>
                <a:cs typeface="Carlito"/>
              </a:rPr>
              <a:t> </a:t>
            </a:r>
            <a:r>
              <a:rPr sz="1800" spc="-10" dirty="0">
                <a:solidFill>
                  <a:srgbClr val="1F487C"/>
                </a:solidFill>
                <a:latin typeface="Carlito"/>
                <a:cs typeface="Carlito"/>
              </a:rPr>
              <a:t>Environmental</a:t>
            </a:r>
            <a:r>
              <a:rPr sz="1800" spc="-30" dirty="0">
                <a:solidFill>
                  <a:srgbClr val="1F487C"/>
                </a:solidFill>
                <a:latin typeface="Carlito"/>
                <a:cs typeface="Carlito"/>
              </a:rPr>
              <a:t> </a:t>
            </a:r>
            <a:r>
              <a:rPr sz="1800" spc="-10" dirty="0">
                <a:solidFill>
                  <a:srgbClr val="1F487C"/>
                </a:solidFill>
                <a:latin typeface="Carlito"/>
                <a:cs typeface="Carlito"/>
              </a:rPr>
              <a:t>Impact</a:t>
            </a:r>
            <a:endParaRPr sz="1800">
              <a:latin typeface="Carlito"/>
              <a:cs typeface="Carlito"/>
            </a:endParaRPr>
          </a:p>
          <a:p>
            <a:pPr marL="408305" indent="-395605">
              <a:lnSpc>
                <a:spcPct val="100000"/>
              </a:lnSpc>
              <a:spcBef>
                <a:spcPts val="600"/>
              </a:spcBef>
              <a:buAutoNum type="arabicParenR" startAt="10"/>
              <a:tabLst>
                <a:tab pos="408305" algn="l"/>
              </a:tabLst>
            </a:pPr>
            <a:r>
              <a:rPr sz="1800" dirty="0">
                <a:solidFill>
                  <a:srgbClr val="1F487C"/>
                </a:solidFill>
                <a:latin typeface="Carlito"/>
                <a:cs typeface="Carlito"/>
              </a:rPr>
              <a:t>Work</a:t>
            </a:r>
            <a:r>
              <a:rPr sz="1800" spc="-85" dirty="0">
                <a:solidFill>
                  <a:srgbClr val="1F487C"/>
                </a:solidFill>
                <a:latin typeface="Carlito"/>
                <a:cs typeface="Carlito"/>
              </a:rPr>
              <a:t> </a:t>
            </a:r>
            <a:r>
              <a:rPr sz="1800" spc="-20" dirty="0">
                <a:solidFill>
                  <a:srgbClr val="1F487C"/>
                </a:solidFill>
                <a:latin typeface="Carlito"/>
                <a:cs typeface="Carlito"/>
              </a:rPr>
              <a:t>Plan</a:t>
            </a:r>
            <a:endParaRPr sz="1800">
              <a:latin typeface="Carlito"/>
              <a:cs typeface="Carlito"/>
            </a:endParaRPr>
          </a:p>
          <a:p>
            <a:pPr marL="408305" indent="-395605">
              <a:lnSpc>
                <a:spcPct val="100000"/>
              </a:lnSpc>
              <a:spcBef>
                <a:spcPts val="600"/>
              </a:spcBef>
              <a:buAutoNum type="arabicParenR" startAt="10"/>
              <a:tabLst>
                <a:tab pos="408305" algn="l"/>
              </a:tabLst>
            </a:pPr>
            <a:r>
              <a:rPr sz="1800" dirty="0">
                <a:solidFill>
                  <a:srgbClr val="1F487C"/>
                </a:solidFill>
                <a:latin typeface="Carlito"/>
                <a:cs typeface="Carlito"/>
              </a:rPr>
              <a:t>Cost</a:t>
            </a:r>
            <a:r>
              <a:rPr sz="1800" spc="-25" dirty="0">
                <a:solidFill>
                  <a:srgbClr val="1F487C"/>
                </a:solidFill>
                <a:latin typeface="Carlito"/>
                <a:cs typeface="Carlito"/>
              </a:rPr>
              <a:t> </a:t>
            </a:r>
            <a:r>
              <a:rPr sz="1800" spc="-10" dirty="0">
                <a:solidFill>
                  <a:srgbClr val="1F487C"/>
                </a:solidFill>
                <a:latin typeface="Carlito"/>
                <a:cs typeface="Carlito"/>
              </a:rPr>
              <a:t>Analysis</a:t>
            </a:r>
            <a:endParaRPr sz="1800">
              <a:latin typeface="Carlito"/>
              <a:cs typeface="Carlito"/>
            </a:endParaRPr>
          </a:p>
          <a:p>
            <a:pPr marL="408305" indent="-395605">
              <a:lnSpc>
                <a:spcPct val="100000"/>
              </a:lnSpc>
              <a:spcBef>
                <a:spcPts val="600"/>
              </a:spcBef>
              <a:buAutoNum type="arabicParenR" startAt="10"/>
              <a:tabLst>
                <a:tab pos="408305" algn="l"/>
              </a:tabLst>
            </a:pPr>
            <a:r>
              <a:rPr sz="1800" spc="-10" dirty="0">
                <a:solidFill>
                  <a:srgbClr val="1F487C"/>
                </a:solidFill>
                <a:latin typeface="Carlito"/>
                <a:cs typeface="Carlito"/>
              </a:rPr>
              <a:t>References</a:t>
            </a:r>
            <a:endParaRPr sz="1800">
              <a:latin typeface="Carlito"/>
              <a:cs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 name="Shape 55"/>
        <p:cNvGrpSpPr/>
        <p:nvPr/>
      </p:nvGrpSpPr>
      <p:grpSpPr>
        <a:xfrm>
          <a:off x="0" y="0"/>
          <a:ext cx="0" cy="0"/>
          <a:chOff x="0" y="0"/>
          <a:chExt cx="0" cy="0"/>
        </a:xfrm>
      </p:grpSpPr>
      <p:sp>
        <p:nvSpPr>
          <p:cNvPr id="56" name="Google Shape;56;p1"/>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sp>
        <p:nvSpPr>
          <p:cNvPr id="57" name="Google Shape;57;p1"/>
          <p:cNvSpPr txBox="1"/>
          <p:nvPr>
            <p:ph type="title"/>
          </p:nvPr>
        </p:nvSpPr>
        <p:spPr>
          <a:xfrm>
            <a:off x="812393" y="203149"/>
            <a:ext cx="9098400" cy="1584000"/>
          </a:xfrm>
          <a:prstGeom prst="rect">
            <a:avLst/>
          </a:prstGeom>
          <a:noFill/>
          <a:ln>
            <a:noFill/>
          </a:ln>
        </p:spPr>
        <p:txBody>
          <a:bodyPr anchorCtr="0" anchor="t" bIns="0" lIns="0" spcFirstLastPara="1" rIns="0" wrap="square" tIns="354075">
            <a:spAutoFit/>
          </a:bodyPr>
          <a:lstStyle/>
          <a:p>
            <a:pPr indent="0" lvl="0" marL="2975610" rtl="0" algn="l">
              <a:lnSpc>
                <a:spcPct val="100000"/>
              </a:lnSpc>
              <a:spcBef>
                <a:spcPts val="0"/>
              </a:spcBef>
              <a:spcAft>
                <a:spcPts val="0"/>
              </a:spcAft>
              <a:buClr>
                <a:srgbClr val="FFFFFF"/>
              </a:buClr>
              <a:buSzPts val="4400"/>
              <a:buFont typeface="Arial"/>
              <a:buNone/>
            </a:pPr>
            <a:r>
              <a:rPr lang="en-US">
                <a:solidFill>
                  <a:srgbClr val="FFFFFF"/>
                </a:solidFill>
              </a:rPr>
              <a:t>LITERATURE SURVEY</a:t>
            </a:r>
            <a:endParaRPr/>
          </a:p>
        </p:txBody>
      </p:sp>
      <p:grpSp>
        <p:nvGrpSpPr>
          <p:cNvPr id="58" name="Google Shape;58;p1"/>
          <p:cNvGrpSpPr/>
          <p:nvPr/>
        </p:nvGrpSpPr>
        <p:grpSpPr>
          <a:xfrm>
            <a:off x="579119" y="1588008"/>
            <a:ext cx="11033760" cy="4768850"/>
            <a:chOff x="579119" y="1588008"/>
            <a:chExt cx="11033760" cy="4768850"/>
          </a:xfrm>
        </p:grpSpPr>
        <p:sp>
          <p:nvSpPr>
            <p:cNvPr id="59" name="Google Shape;59;p1"/>
            <p:cNvSpPr/>
            <p:nvPr/>
          </p:nvSpPr>
          <p:spPr>
            <a:xfrm>
              <a:off x="579119" y="1588008"/>
              <a:ext cx="11033760" cy="4768850"/>
            </a:xfrm>
            <a:custGeom>
              <a:rect b="b" l="l" r="r" t="t"/>
              <a:pathLst>
                <a:path extrusionOk="0" h="4768850" w="11033760">
                  <a:moveTo>
                    <a:pt x="10882376" y="0"/>
                  </a:moveTo>
                  <a:lnTo>
                    <a:pt x="151345" y="0"/>
                  </a:lnTo>
                  <a:lnTo>
                    <a:pt x="103511" y="7721"/>
                  </a:lnTo>
                  <a:lnTo>
                    <a:pt x="61966" y="29220"/>
                  </a:lnTo>
                  <a:lnTo>
                    <a:pt x="29203" y="61996"/>
                  </a:lnTo>
                  <a:lnTo>
                    <a:pt x="7716" y="103550"/>
                  </a:lnTo>
                  <a:lnTo>
                    <a:pt x="0" y="151383"/>
                  </a:lnTo>
                  <a:lnTo>
                    <a:pt x="0" y="4617237"/>
                  </a:lnTo>
                  <a:lnTo>
                    <a:pt x="7716" y="4665077"/>
                  </a:lnTo>
                  <a:lnTo>
                    <a:pt x="29203" y="4706627"/>
                  </a:lnTo>
                  <a:lnTo>
                    <a:pt x="61966" y="4739392"/>
                  </a:lnTo>
                  <a:lnTo>
                    <a:pt x="103511" y="4760879"/>
                  </a:lnTo>
                  <a:lnTo>
                    <a:pt x="151345" y="4768595"/>
                  </a:lnTo>
                  <a:lnTo>
                    <a:pt x="10882376" y="4768595"/>
                  </a:lnTo>
                  <a:lnTo>
                    <a:pt x="10930209" y="4760879"/>
                  </a:lnTo>
                  <a:lnTo>
                    <a:pt x="10971763" y="4739392"/>
                  </a:lnTo>
                  <a:lnTo>
                    <a:pt x="11004539" y="4706627"/>
                  </a:lnTo>
                  <a:lnTo>
                    <a:pt x="11026038" y="4665077"/>
                  </a:lnTo>
                  <a:lnTo>
                    <a:pt x="11033760" y="4617237"/>
                  </a:lnTo>
                  <a:lnTo>
                    <a:pt x="11033760" y="151383"/>
                  </a:lnTo>
                  <a:lnTo>
                    <a:pt x="11026038" y="103550"/>
                  </a:lnTo>
                  <a:lnTo>
                    <a:pt x="11004539" y="61996"/>
                  </a:lnTo>
                  <a:lnTo>
                    <a:pt x="10971763" y="29220"/>
                  </a:lnTo>
                  <a:lnTo>
                    <a:pt x="10930209" y="7721"/>
                  </a:lnTo>
                  <a:lnTo>
                    <a:pt x="10882376" y="0"/>
                  </a:lnTo>
                  <a:close/>
                </a:path>
              </a:pathLst>
            </a:custGeom>
            <a:solidFill>
              <a:srgbClr val="FFFFFF">
                <a:alpha val="94510"/>
              </a:srgbClr>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sp>
          <p:nvSpPr>
            <p:cNvPr id="60" name="Google Shape;60;p1"/>
            <p:cNvSpPr/>
            <p:nvPr/>
          </p:nvSpPr>
          <p:spPr>
            <a:xfrm>
              <a:off x="1450352" y="2706268"/>
              <a:ext cx="573405" cy="504825"/>
            </a:xfrm>
            <a:custGeom>
              <a:rect b="b" l="l" r="r" t="t"/>
              <a:pathLst>
                <a:path extrusionOk="0" h="504825" w="573405">
                  <a:moveTo>
                    <a:pt x="281686" y="275158"/>
                  </a:moveTo>
                  <a:lnTo>
                    <a:pt x="275628" y="269113"/>
                  </a:lnTo>
                  <a:lnTo>
                    <a:pt x="260718" y="269113"/>
                  </a:lnTo>
                  <a:lnTo>
                    <a:pt x="254660" y="275158"/>
                  </a:lnTo>
                  <a:lnTo>
                    <a:pt x="254660" y="290042"/>
                  </a:lnTo>
                  <a:lnTo>
                    <a:pt x="260718" y="296087"/>
                  </a:lnTo>
                  <a:lnTo>
                    <a:pt x="275628" y="296087"/>
                  </a:lnTo>
                  <a:lnTo>
                    <a:pt x="281686" y="290042"/>
                  </a:lnTo>
                  <a:lnTo>
                    <a:pt x="281686" y="282600"/>
                  </a:lnTo>
                  <a:lnTo>
                    <a:pt x="281686" y="275158"/>
                  </a:lnTo>
                  <a:close/>
                </a:path>
                <a:path extrusionOk="0" h="504825" w="573405">
                  <a:moveTo>
                    <a:pt x="573265" y="473494"/>
                  </a:moveTo>
                  <a:lnTo>
                    <a:pt x="572046" y="468909"/>
                  </a:lnTo>
                  <a:lnTo>
                    <a:pt x="542937" y="418388"/>
                  </a:lnTo>
                  <a:lnTo>
                    <a:pt x="500862" y="345313"/>
                  </a:lnTo>
                  <a:lnTo>
                    <a:pt x="500291" y="344322"/>
                  </a:lnTo>
                  <a:lnTo>
                    <a:pt x="480860" y="310565"/>
                  </a:lnTo>
                  <a:lnTo>
                    <a:pt x="426300" y="215811"/>
                  </a:lnTo>
                  <a:lnTo>
                    <a:pt x="426300" y="320738"/>
                  </a:lnTo>
                  <a:lnTo>
                    <a:pt x="396214" y="344309"/>
                  </a:lnTo>
                  <a:lnTo>
                    <a:pt x="371589" y="334213"/>
                  </a:lnTo>
                  <a:lnTo>
                    <a:pt x="401612" y="310565"/>
                  </a:lnTo>
                  <a:lnTo>
                    <a:pt x="426300" y="320738"/>
                  </a:lnTo>
                  <a:lnTo>
                    <a:pt x="426300" y="215811"/>
                  </a:lnTo>
                  <a:lnTo>
                    <a:pt x="424561" y="212788"/>
                  </a:lnTo>
                  <a:lnTo>
                    <a:pt x="408724" y="185280"/>
                  </a:lnTo>
                  <a:lnTo>
                    <a:pt x="408724" y="287655"/>
                  </a:lnTo>
                  <a:lnTo>
                    <a:pt x="335788" y="345313"/>
                  </a:lnTo>
                  <a:lnTo>
                    <a:pt x="278358" y="321398"/>
                  </a:lnTo>
                  <a:lnTo>
                    <a:pt x="278358" y="326440"/>
                  </a:lnTo>
                  <a:lnTo>
                    <a:pt x="274599" y="344805"/>
                  </a:lnTo>
                  <a:lnTo>
                    <a:pt x="264464" y="359803"/>
                  </a:lnTo>
                  <a:lnTo>
                    <a:pt x="249440" y="369925"/>
                  </a:lnTo>
                  <a:lnTo>
                    <a:pt x="231038" y="373672"/>
                  </a:lnTo>
                  <a:lnTo>
                    <a:pt x="180390" y="373672"/>
                  </a:lnTo>
                  <a:lnTo>
                    <a:pt x="180390" y="418388"/>
                  </a:lnTo>
                  <a:lnTo>
                    <a:pt x="160096" y="418388"/>
                  </a:lnTo>
                  <a:lnTo>
                    <a:pt x="160096" y="306120"/>
                  </a:lnTo>
                  <a:lnTo>
                    <a:pt x="180060" y="306120"/>
                  </a:lnTo>
                  <a:lnTo>
                    <a:pt x="180060" y="353415"/>
                  </a:lnTo>
                  <a:lnTo>
                    <a:pt x="230708" y="353415"/>
                  </a:lnTo>
                  <a:lnTo>
                    <a:pt x="241198" y="351256"/>
                  </a:lnTo>
                  <a:lnTo>
                    <a:pt x="249770" y="345478"/>
                  </a:lnTo>
                  <a:lnTo>
                    <a:pt x="255562" y="336918"/>
                  </a:lnTo>
                  <a:lnTo>
                    <a:pt x="257721" y="326440"/>
                  </a:lnTo>
                  <a:lnTo>
                    <a:pt x="257721" y="313156"/>
                  </a:lnTo>
                  <a:lnTo>
                    <a:pt x="240931" y="306120"/>
                  </a:lnTo>
                  <a:lnTo>
                    <a:pt x="196570" y="287515"/>
                  </a:lnTo>
                  <a:lnTo>
                    <a:pt x="227977" y="212788"/>
                  </a:lnTo>
                  <a:lnTo>
                    <a:pt x="408724" y="287655"/>
                  </a:lnTo>
                  <a:lnTo>
                    <a:pt x="408724" y="185280"/>
                  </a:lnTo>
                  <a:lnTo>
                    <a:pt x="309638" y="13169"/>
                  </a:lnTo>
                  <a:lnTo>
                    <a:pt x="302666" y="5232"/>
                  </a:lnTo>
                  <a:lnTo>
                    <a:pt x="293509" y="749"/>
                  </a:lnTo>
                  <a:lnTo>
                    <a:pt x="283324" y="0"/>
                  </a:lnTo>
                  <a:lnTo>
                    <a:pt x="273304" y="3314"/>
                  </a:lnTo>
                  <a:lnTo>
                    <a:pt x="269201" y="5689"/>
                  </a:lnTo>
                  <a:lnTo>
                    <a:pt x="265798" y="9067"/>
                  </a:lnTo>
                  <a:lnTo>
                    <a:pt x="3378" y="464883"/>
                  </a:lnTo>
                  <a:lnTo>
                    <a:pt x="0" y="474891"/>
                  </a:lnTo>
                  <a:lnTo>
                    <a:pt x="711" y="485051"/>
                  </a:lnTo>
                  <a:lnTo>
                    <a:pt x="5194" y="494207"/>
                  </a:lnTo>
                  <a:lnTo>
                    <a:pt x="13119" y="501180"/>
                  </a:lnTo>
                  <a:lnTo>
                    <a:pt x="17157" y="503504"/>
                  </a:lnTo>
                  <a:lnTo>
                    <a:pt x="21729" y="504736"/>
                  </a:lnTo>
                  <a:lnTo>
                    <a:pt x="546722" y="504736"/>
                  </a:lnTo>
                  <a:lnTo>
                    <a:pt x="557060" y="502640"/>
                  </a:lnTo>
                  <a:lnTo>
                    <a:pt x="565518" y="496938"/>
                  </a:lnTo>
                  <a:lnTo>
                    <a:pt x="571207" y="488492"/>
                  </a:lnTo>
                  <a:lnTo>
                    <a:pt x="573265" y="478142"/>
                  </a:lnTo>
                  <a:lnTo>
                    <a:pt x="573265" y="473494"/>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grpSp>
      <p:sp>
        <p:nvSpPr>
          <p:cNvPr id="61" name="Google Shape;61;p1"/>
          <p:cNvSpPr txBox="1"/>
          <p:nvPr/>
        </p:nvSpPr>
        <p:spPr>
          <a:xfrm>
            <a:off x="874877" y="3325190"/>
            <a:ext cx="1774800" cy="2230800"/>
          </a:xfrm>
          <a:prstGeom prst="rect">
            <a:avLst/>
          </a:prstGeom>
          <a:noFill/>
          <a:ln>
            <a:noFill/>
          </a:ln>
        </p:spPr>
        <p:txBody>
          <a:bodyPr anchorCtr="0" anchor="t" bIns="0" lIns="0" spcFirstLastPara="1" rIns="0" wrap="square" tIns="13325">
            <a:spAutoFit/>
          </a:bodyPr>
          <a:lstStyle/>
          <a:p>
            <a:pPr indent="0" lvl="0" marL="127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IoT in Environmental</a:t>
            </a:r>
            <a:endParaRPr sz="1400">
              <a:latin typeface="Times New Roman"/>
              <a:ea typeface="Times New Roman"/>
              <a:cs typeface="Times New Roman"/>
              <a:sym typeface="Times New Roman"/>
            </a:endParaRPr>
          </a:p>
          <a:p>
            <a:pPr indent="0" lvl="0" marL="1905"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Monitoring</a:t>
            </a:r>
            <a:endParaRPr sz="1400">
              <a:latin typeface="Times New Roman"/>
              <a:ea typeface="Times New Roman"/>
              <a:cs typeface="Times New Roman"/>
              <a:sym typeface="Times New Roman"/>
            </a:endParaRPr>
          </a:p>
          <a:p>
            <a:pPr indent="1903" lvl="0" marL="12700" marR="5080" rtl="0" algn="ctr">
              <a:lnSpc>
                <a:spcPct val="91500"/>
              </a:lnSpc>
              <a:spcBef>
                <a:spcPts val="395"/>
              </a:spcBef>
              <a:spcAft>
                <a:spcPts val="0"/>
              </a:spcAft>
              <a:buSzPts val="1400"/>
              <a:buFont typeface="Arial"/>
              <a:buNone/>
            </a:pPr>
            <a:r>
              <a:rPr lang="en-US" sz="1400">
                <a:latin typeface="Arial"/>
                <a:ea typeface="Arial"/>
                <a:cs typeface="Arial"/>
                <a:sym typeface="Arial"/>
              </a:rPr>
              <a:t>IoT-based monitoring systems are widely used for real-time data collection in environmental applications, providing valuable insights into air quality, pollution levels, and weather conditions.</a:t>
            </a:r>
            <a:endParaRPr sz="1400">
              <a:latin typeface="Arial"/>
              <a:ea typeface="Arial"/>
              <a:cs typeface="Arial"/>
              <a:sym typeface="Arial"/>
            </a:endParaRPr>
          </a:p>
        </p:txBody>
      </p:sp>
      <p:grpSp>
        <p:nvGrpSpPr>
          <p:cNvPr id="62" name="Google Shape;62;p1"/>
          <p:cNvGrpSpPr/>
          <p:nvPr/>
        </p:nvGrpSpPr>
        <p:grpSpPr>
          <a:xfrm>
            <a:off x="3712908" y="2617050"/>
            <a:ext cx="6985831" cy="627380"/>
            <a:chOff x="3712908" y="2617050"/>
            <a:chExt cx="6985831" cy="627380"/>
          </a:xfrm>
        </p:grpSpPr>
        <p:sp>
          <p:nvSpPr>
            <p:cNvPr id="63" name="Google Shape;63;p1"/>
            <p:cNvSpPr/>
            <p:nvPr/>
          </p:nvSpPr>
          <p:spPr>
            <a:xfrm>
              <a:off x="3712908" y="2617050"/>
              <a:ext cx="4908550" cy="627380"/>
            </a:xfrm>
            <a:custGeom>
              <a:rect b="b" l="l" r="r" t="t"/>
              <a:pathLst>
                <a:path extrusionOk="0" h="627380" w="4908550">
                  <a:moveTo>
                    <a:pt x="199085" y="462356"/>
                  </a:moveTo>
                  <a:lnTo>
                    <a:pt x="197231" y="437781"/>
                  </a:lnTo>
                  <a:lnTo>
                    <a:pt x="186778" y="416267"/>
                  </a:lnTo>
                  <a:lnTo>
                    <a:pt x="169329" y="399859"/>
                  </a:lnTo>
                  <a:lnTo>
                    <a:pt x="146507" y="390601"/>
                  </a:lnTo>
                  <a:lnTo>
                    <a:pt x="146507" y="229844"/>
                  </a:lnTo>
                  <a:lnTo>
                    <a:pt x="119888" y="229844"/>
                  </a:lnTo>
                  <a:lnTo>
                    <a:pt x="119888" y="390601"/>
                  </a:lnTo>
                  <a:lnTo>
                    <a:pt x="97078" y="399859"/>
                  </a:lnTo>
                  <a:lnTo>
                    <a:pt x="79629" y="416267"/>
                  </a:lnTo>
                  <a:lnTo>
                    <a:pt x="69164" y="437781"/>
                  </a:lnTo>
                  <a:lnTo>
                    <a:pt x="67322" y="462356"/>
                  </a:lnTo>
                  <a:lnTo>
                    <a:pt x="74244" y="485990"/>
                  </a:lnTo>
                  <a:lnTo>
                    <a:pt x="88785" y="504952"/>
                  </a:lnTo>
                  <a:lnTo>
                    <a:pt x="109054" y="517563"/>
                  </a:lnTo>
                  <a:lnTo>
                    <a:pt x="133197" y="522135"/>
                  </a:lnTo>
                  <a:lnTo>
                    <a:pt x="157353" y="517563"/>
                  </a:lnTo>
                  <a:lnTo>
                    <a:pt x="177622" y="504952"/>
                  </a:lnTo>
                  <a:lnTo>
                    <a:pt x="192163" y="485990"/>
                  </a:lnTo>
                  <a:lnTo>
                    <a:pt x="199085" y="462356"/>
                  </a:lnTo>
                  <a:close/>
                </a:path>
                <a:path extrusionOk="0" h="627380" w="4908550">
                  <a:moveTo>
                    <a:pt x="266407" y="456565"/>
                  </a:moveTo>
                  <a:lnTo>
                    <a:pt x="260311" y="416267"/>
                  </a:lnTo>
                  <a:lnTo>
                    <a:pt x="242239" y="379577"/>
                  </a:lnTo>
                  <a:lnTo>
                    <a:pt x="225259" y="362026"/>
                  </a:lnTo>
                  <a:lnTo>
                    <a:pt x="225259" y="444690"/>
                  </a:lnTo>
                  <a:lnTo>
                    <a:pt x="223710" y="476300"/>
                  </a:lnTo>
                  <a:lnTo>
                    <a:pt x="211442" y="505180"/>
                  </a:lnTo>
                  <a:lnTo>
                    <a:pt x="190931" y="527951"/>
                  </a:lnTo>
                  <a:lnTo>
                    <a:pt x="164185" y="543001"/>
                  </a:lnTo>
                  <a:lnTo>
                    <a:pt x="133197" y="548703"/>
                  </a:lnTo>
                  <a:lnTo>
                    <a:pt x="102120" y="543280"/>
                  </a:lnTo>
                  <a:lnTo>
                    <a:pt x="75222" y="528193"/>
                  </a:lnTo>
                  <a:lnTo>
                    <a:pt x="54686" y="505269"/>
                  </a:lnTo>
                  <a:lnTo>
                    <a:pt x="42697" y="476300"/>
                  </a:lnTo>
                  <a:lnTo>
                    <a:pt x="40868" y="444690"/>
                  </a:lnTo>
                  <a:lnTo>
                    <a:pt x="49517" y="415188"/>
                  </a:lnTo>
                  <a:lnTo>
                    <a:pt x="67398" y="390169"/>
                  </a:lnTo>
                  <a:lnTo>
                    <a:pt x="93268" y="372008"/>
                  </a:lnTo>
                  <a:lnTo>
                    <a:pt x="93268" y="79717"/>
                  </a:lnTo>
                  <a:lnTo>
                    <a:pt x="96418" y="64236"/>
                  </a:lnTo>
                  <a:lnTo>
                    <a:pt x="105003" y="51574"/>
                  </a:lnTo>
                  <a:lnTo>
                    <a:pt x="117703" y="43002"/>
                  </a:lnTo>
                  <a:lnTo>
                    <a:pt x="133197" y="39865"/>
                  </a:lnTo>
                  <a:lnTo>
                    <a:pt x="148704" y="43002"/>
                  </a:lnTo>
                  <a:lnTo>
                    <a:pt x="161404" y="51574"/>
                  </a:lnTo>
                  <a:lnTo>
                    <a:pt x="169976" y="64236"/>
                  </a:lnTo>
                  <a:lnTo>
                    <a:pt x="173126" y="79717"/>
                  </a:lnTo>
                  <a:lnTo>
                    <a:pt x="173139" y="372008"/>
                  </a:lnTo>
                  <a:lnTo>
                    <a:pt x="198907" y="390169"/>
                  </a:lnTo>
                  <a:lnTo>
                    <a:pt x="216636" y="415188"/>
                  </a:lnTo>
                  <a:lnTo>
                    <a:pt x="225259" y="444690"/>
                  </a:lnTo>
                  <a:lnTo>
                    <a:pt x="225259" y="362026"/>
                  </a:lnTo>
                  <a:lnTo>
                    <a:pt x="213067" y="349415"/>
                  </a:lnTo>
                  <a:lnTo>
                    <a:pt x="213067" y="79717"/>
                  </a:lnTo>
                  <a:lnTo>
                    <a:pt x="206756" y="48768"/>
                  </a:lnTo>
                  <a:lnTo>
                    <a:pt x="200736" y="39865"/>
                  </a:lnTo>
                  <a:lnTo>
                    <a:pt x="189598" y="23418"/>
                  </a:lnTo>
                  <a:lnTo>
                    <a:pt x="164211" y="6299"/>
                  </a:lnTo>
                  <a:lnTo>
                    <a:pt x="133197" y="0"/>
                  </a:lnTo>
                  <a:lnTo>
                    <a:pt x="102196" y="6197"/>
                  </a:lnTo>
                  <a:lnTo>
                    <a:pt x="76796" y="23164"/>
                  </a:lnTo>
                  <a:lnTo>
                    <a:pt x="59639" y="48488"/>
                  </a:lnTo>
                  <a:lnTo>
                    <a:pt x="53340" y="79717"/>
                  </a:lnTo>
                  <a:lnTo>
                    <a:pt x="53340" y="349415"/>
                  </a:lnTo>
                  <a:lnTo>
                    <a:pt x="24168" y="379577"/>
                  </a:lnTo>
                  <a:lnTo>
                    <a:pt x="6096" y="416267"/>
                  </a:lnTo>
                  <a:lnTo>
                    <a:pt x="0" y="456565"/>
                  </a:lnTo>
                  <a:lnTo>
                    <a:pt x="6756" y="497560"/>
                  </a:lnTo>
                  <a:lnTo>
                    <a:pt x="26047" y="534758"/>
                  </a:lnTo>
                  <a:lnTo>
                    <a:pt x="55257" y="563486"/>
                  </a:lnTo>
                  <a:lnTo>
                    <a:pt x="91833" y="582002"/>
                  </a:lnTo>
                  <a:lnTo>
                    <a:pt x="133197" y="588568"/>
                  </a:lnTo>
                  <a:lnTo>
                    <a:pt x="174574" y="582002"/>
                  </a:lnTo>
                  <a:lnTo>
                    <a:pt x="211150" y="563486"/>
                  </a:lnTo>
                  <a:lnTo>
                    <a:pt x="226174" y="548703"/>
                  </a:lnTo>
                  <a:lnTo>
                    <a:pt x="240360" y="534758"/>
                  </a:lnTo>
                  <a:lnTo>
                    <a:pt x="259651" y="497560"/>
                  </a:lnTo>
                  <a:lnTo>
                    <a:pt x="266407" y="456565"/>
                  </a:lnTo>
                  <a:close/>
                </a:path>
                <a:path extrusionOk="0" h="627380" w="4908550">
                  <a:moveTo>
                    <a:pt x="2579979" y="426974"/>
                  </a:moveTo>
                  <a:lnTo>
                    <a:pt x="2573921" y="385673"/>
                  </a:lnTo>
                  <a:lnTo>
                    <a:pt x="2556510" y="350164"/>
                  </a:lnTo>
                  <a:lnTo>
                    <a:pt x="2554871" y="385356"/>
                  </a:lnTo>
                  <a:lnTo>
                    <a:pt x="2535885" y="414020"/>
                  </a:lnTo>
                  <a:lnTo>
                    <a:pt x="2505418" y="429844"/>
                  </a:lnTo>
                  <a:lnTo>
                    <a:pt x="2469337" y="426554"/>
                  </a:lnTo>
                  <a:lnTo>
                    <a:pt x="2443429" y="409994"/>
                  </a:lnTo>
                  <a:lnTo>
                    <a:pt x="2428824" y="384708"/>
                  </a:lnTo>
                  <a:lnTo>
                    <a:pt x="2427313" y="354444"/>
                  </a:lnTo>
                  <a:lnTo>
                    <a:pt x="2440724" y="322922"/>
                  </a:lnTo>
                  <a:lnTo>
                    <a:pt x="2461691" y="283591"/>
                  </a:lnTo>
                  <a:lnTo>
                    <a:pt x="2469883" y="240639"/>
                  </a:lnTo>
                  <a:lnTo>
                    <a:pt x="2466200" y="196494"/>
                  </a:lnTo>
                  <a:lnTo>
                    <a:pt x="2451544" y="153530"/>
                  </a:lnTo>
                  <a:lnTo>
                    <a:pt x="2426830" y="114173"/>
                  </a:lnTo>
                  <a:lnTo>
                    <a:pt x="2392972" y="80822"/>
                  </a:lnTo>
                  <a:lnTo>
                    <a:pt x="2350871" y="55880"/>
                  </a:lnTo>
                  <a:lnTo>
                    <a:pt x="2366492" y="109677"/>
                  </a:lnTo>
                  <a:lnTo>
                    <a:pt x="2360003" y="159702"/>
                  </a:lnTo>
                  <a:lnTo>
                    <a:pt x="2338844" y="203962"/>
                  </a:lnTo>
                  <a:lnTo>
                    <a:pt x="2310473" y="240436"/>
                  </a:lnTo>
                  <a:lnTo>
                    <a:pt x="2253094" y="293522"/>
                  </a:lnTo>
                  <a:lnTo>
                    <a:pt x="2229675" y="318858"/>
                  </a:lnTo>
                  <a:lnTo>
                    <a:pt x="2212606" y="341579"/>
                  </a:lnTo>
                  <a:lnTo>
                    <a:pt x="2202472" y="360133"/>
                  </a:lnTo>
                  <a:lnTo>
                    <a:pt x="2189226" y="411886"/>
                  </a:lnTo>
                  <a:lnTo>
                    <a:pt x="2190394" y="460883"/>
                  </a:lnTo>
                  <a:lnTo>
                    <a:pt x="2202383" y="505117"/>
                  </a:lnTo>
                  <a:lnTo>
                    <a:pt x="2221649" y="542582"/>
                  </a:lnTo>
                  <a:lnTo>
                    <a:pt x="2244598" y="571322"/>
                  </a:lnTo>
                  <a:lnTo>
                    <a:pt x="2267686" y="589305"/>
                  </a:lnTo>
                  <a:lnTo>
                    <a:pt x="2256637" y="557631"/>
                  </a:lnTo>
                  <a:lnTo>
                    <a:pt x="2250503" y="518312"/>
                  </a:lnTo>
                  <a:lnTo>
                    <a:pt x="2253894" y="473557"/>
                  </a:lnTo>
                  <a:lnTo>
                    <a:pt x="2271395" y="425627"/>
                  </a:lnTo>
                  <a:lnTo>
                    <a:pt x="2307615" y="376732"/>
                  </a:lnTo>
                  <a:lnTo>
                    <a:pt x="2295309" y="427596"/>
                  </a:lnTo>
                  <a:lnTo>
                    <a:pt x="2293975" y="459778"/>
                  </a:lnTo>
                  <a:lnTo>
                    <a:pt x="2306116" y="486968"/>
                  </a:lnTo>
                  <a:lnTo>
                    <a:pt x="2334234" y="522884"/>
                  </a:lnTo>
                  <a:lnTo>
                    <a:pt x="2362606" y="564400"/>
                  </a:lnTo>
                  <a:lnTo>
                    <a:pt x="2376995" y="597446"/>
                  </a:lnTo>
                  <a:lnTo>
                    <a:pt x="2382151" y="619290"/>
                  </a:lnTo>
                  <a:lnTo>
                    <a:pt x="2382824" y="627176"/>
                  </a:lnTo>
                  <a:lnTo>
                    <a:pt x="2427960" y="621804"/>
                  </a:lnTo>
                  <a:lnTo>
                    <a:pt x="2470315" y="606234"/>
                  </a:lnTo>
                  <a:lnTo>
                    <a:pt x="2508072" y="581253"/>
                  </a:lnTo>
                  <a:lnTo>
                    <a:pt x="2539403" y="547674"/>
                  </a:lnTo>
                  <a:lnTo>
                    <a:pt x="2562504" y="506272"/>
                  </a:lnTo>
                  <a:lnTo>
                    <a:pt x="2575788" y="468896"/>
                  </a:lnTo>
                  <a:lnTo>
                    <a:pt x="2579979" y="426974"/>
                  </a:lnTo>
                  <a:close/>
                </a:path>
                <a:path extrusionOk="0" h="627380" w="4908550">
                  <a:moveTo>
                    <a:pt x="4873587" y="318160"/>
                  </a:moveTo>
                  <a:lnTo>
                    <a:pt x="4785588" y="281622"/>
                  </a:lnTo>
                  <a:lnTo>
                    <a:pt x="4623955" y="214528"/>
                  </a:lnTo>
                  <a:lnTo>
                    <a:pt x="4623955" y="308203"/>
                  </a:lnTo>
                  <a:lnTo>
                    <a:pt x="4621860" y="318516"/>
                  </a:lnTo>
                  <a:lnTo>
                    <a:pt x="4616145" y="326961"/>
                  </a:lnTo>
                  <a:lnTo>
                    <a:pt x="4607699" y="332676"/>
                  </a:lnTo>
                  <a:lnTo>
                    <a:pt x="4597400" y="334772"/>
                  </a:lnTo>
                  <a:lnTo>
                    <a:pt x="4587087" y="332676"/>
                  </a:lnTo>
                  <a:lnTo>
                    <a:pt x="4578642" y="326961"/>
                  </a:lnTo>
                  <a:lnTo>
                    <a:pt x="4572927" y="318516"/>
                  </a:lnTo>
                  <a:lnTo>
                    <a:pt x="4570831" y="308203"/>
                  </a:lnTo>
                  <a:lnTo>
                    <a:pt x="4572927" y="297878"/>
                  </a:lnTo>
                  <a:lnTo>
                    <a:pt x="4578642" y="289433"/>
                  </a:lnTo>
                  <a:lnTo>
                    <a:pt x="4587087" y="283718"/>
                  </a:lnTo>
                  <a:lnTo>
                    <a:pt x="4597400" y="281622"/>
                  </a:lnTo>
                  <a:lnTo>
                    <a:pt x="4607699" y="283718"/>
                  </a:lnTo>
                  <a:lnTo>
                    <a:pt x="4616145" y="289433"/>
                  </a:lnTo>
                  <a:lnTo>
                    <a:pt x="4621860" y="297878"/>
                  </a:lnTo>
                  <a:lnTo>
                    <a:pt x="4623955" y="308203"/>
                  </a:lnTo>
                  <a:lnTo>
                    <a:pt x="4623955" y="214528"/>
                  </a:lnTo>
                  <a:lnTo>
                    <a:pt x="4518380" y="170688"/>
                  </a:lnTo>
                  <a:lnTo>
                    <a:pt x="4457306" y="318160"/>
                  </a:lnTo>
                  <a:lnTo>
                    <a:pt x="4577473" y="368642"/>
                  </a:lnTo>
                  <a:lnTo>
                    <a:pt x="4577473" y="394550"/>
                  </a:lnTo>
                  <a:lnTo>
                    <a:pt x="4573282" y="415188"/>
                  </a:lnTo>
                  <a:lnTo>
                    <a:pt x="4561878" y="432092"/>
                  </a:lnTo>
                  <a:lnTo>
                    <a:pt x="4544987" y="443509"/>
                  </a:lnTo>
                  <a:lnTo>
                    <a:pt x="4524362" y="447700"/>
                  </a:lnTo>
                  <a:lnTo>
                    <a:pt x="4424769" y="447700"/>
                  </a:lnTo>
                  <a:lnTo>
                    <a:pt x="4424769" y="135483"/>
                  </a:lnTo>
                  <a:lnTo>
                    <a:pt x="4384941" y="135483"/>
                  </a:lnTo>
                  <a:lnTo>
                    <a:pt x="4384941" y="587197"/>
                  </a:lnTo>
                  <a:lnTo>
                    <a:pt x="4424769" y="587197"/>
                  </a:lnTo>
                  <a:lnTo>
                    <a:pt x="4424769" y="487553"/>
                  </a:lnTo>
                  <a:lnTo>
                    <a:pt x="4524362" y="487553"/>
                  </a:lnTo>
                  <a:lnTo>
                    <a:pt x="4590008" y="460235"/>
                  </a:lnTo>
                  <a:lnTo>
                    <a:pt x="4617313" y="394550"/>
                  </a:lnTo>
                  <a:lnTo>
                    <a:pt x="4617313" y="384594"/>
                  </a:lnTo>
                  <a:lnTo>
                    <a:pt x="4730178" y="431088"/>
                  </a:lnTo>
                  <a:lnTo>
                    <a:pt x="4789233" y="384594"/>
                  </a:lnTo>
                  <a:lnTo>
                    <a:pt x="4852492" y="334772"/>
                  </a:lnTo>
                  <a:lnTo>
                    <a:pt x="4873587" y="318160"/>
                  </a:lnTo>
                  <a:close/>
                </a:path>
                <a:path extrusionOk="0" h="627380" w="4908550">
                  <a:moveTo>
                    <a:pt x="4908118" y="383260"/>
                  </a:moveTo>
                  <a:lnTo>
                    <a:pt x="4859642" y="363334"/>
                  </a:lnTo>
                  <a:lnTo>
                    <a:pt x="4800562" y="409829"/>
                  </a:lnTo>
                  <a:lnTo>
                    <a:pt x="4849025" y="429768"/>
                  </a:lnTo>
                  <a:lnTo>
                    <a:pt x="4908118" y="38326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pic>
          <p:nvPicPr>
            <p:cNvPr id="64" name="Google Shape;64;p1"/>
            <p:cNvPicPr preferRelativeResize="0"/>
            <p:nvPr/>
          </p:nvPicPr>
          <p:blipFill rotWithShape="1">
            <a:blip r:embed="rId2">
              <a:alphaModFix/>
            </a:blip>
            <a:srcRect b="0" l="0" r="0" t="0"/>
            <a:stretch/>
          </p:blipFill>
          <p:spPr>
            <a:xfrm>
              <a:off x="10306360" y="2957244"/>
              <a:ext cx="167040" cy="172716"/>
            </a:xfrm>
            <a:prstGeom prst="rect">
              <a:avLst/>
            </a:prstGeom>
            <a:noFill/>
            <a:ln>
              <a:noFill/>
            </a:ln>
          </p:spPr>
        </p:pic>
        <p:sp>
          <p:nvSpPr>
            <p:cNvPr id="65" name="Google Shape;65;p1"/>
            <p:cNvSpPr/>
            <p:nvPr/>
          </p:nvSpPr>
          <p:spPr>
            <a:xfrm>
              <a:off x="10124699" y="2706163"/>
              <a:ext cx="574040" cy="505460"/>
            </a:xfrm>
            <a:custGeom>
              <a:rect b="b" l="l" r="r" t="t"/>
              <a:pathLst>
                <a:path extrusionOk="0" h="505460" w="574040">
                  <a:moveTo>
                    <a:pt x="283803" y="0"/>
                  </a:moveTo>
                  <a:lnTo>
                    <a:pt x="3306" y="464983"/>
                  </a:lnTo>
                  <a:lnTo>
                    <a:pt x="0" y="474989"/>
                  </a:lnTo>
                  <a:lnTo>
                    <a:pt x="811" y="485244"/>
                  </a:lnTo>
                  <a:lnTo>
                    <a:pt x="547020" y="504841"/>
                  </a:lnTo>
                  <a:lnTo>
                    <a:pt x="557356" y="502744"/>
                  </a:lnTo>
                  <a:lnTo>
                    <a:pt x="565820" y="497036"/>
                  </a:lnTo>
                  <a:lnTo>
                    <a:pt x="571539" y="488587"/>
                  </a:lnTo>
                  <a:lnTo>
                    <a:pt x="573640" y="478269"/>
                  </a:lnTo>
                  <a:lnTo>
                    <a:pt x="573640" y="473619"/>
                  </a:lnTo>
                  <a:lnTo>
                    <a:pt x="572309" y="468969"/>
                  </a:lnTo>
                  <a:lnTo>
                    <a:pt x="570312" y="464984"/>
                  </a:lnTo>
                  <a:lnTo>
                    <a:pt x="562276" y="451033"/>
                  </a:lnTo>
                  <a:lnTo>
                    <a:pt x="287475" y="451033"/>
                  </a:lnTo>
                  <a:lnTo>
                    <a:pt x="245521" y="444231"/>
                  </a:lnTo>
                  <a:lnTo>
                    <a:pt x="208999" y="425312"/>
                  </a:lnTo>
                  <a:lnTo>
                    <a:pt x="180143" y="396508"/>
                  </a:lnTo>
                  <a:lnTo>
                    <a:pt x="161189" y="360052"/>
                  </a:lnTo>
                  <a:lnTo>
                    <a:pt x="154374" y="318175"/>
                  </a:lnTo>
                  <a:lnTo>
                    <a:pt x="161189" y="276298"/>
                  </a:lnTo>
                  <a:lnTo>
                    <a:pt x="180143" y="239841"/>
                  </a:lnTo>
                  <a:lnTo>
                    <a:pt x="208999" y="211038"/>
                  </a:lnTo>
                  <a:lnTo>
                    <a:pt x="245521" y="192119"/>
                  </a:lnTo>
                  <a:lnTo>
                    <a:pt x="287474" y="185316"/>
                  </a:lnTo>
                  <a:lnTo>
                    <a:pt x="409211" y="185316"/>
                  </a:lnTo>
                  <a:lnTo>
                    <a:pt x="310101" y="13265"/>
                  </a:lnTo>
                  <a:lnTo>
                    <a:pt x="303165" y="5355"/>
                  </a:lnTo>
                  <a:lnTo>
                    <a:pt x="294046" y="809"/>
                  </a:lnTo>
                  <a:lnTo>
                    <a:pt x="283803" y="0"/>
                  </a:lnTo>
                  <a:close/>
                </a:path>
                <a:path extrusionOk="0" h="505460" w="574040">
                  <a:moveTo>
                    <a:pt x="409211" y="185316"/>
                  </a:moveTo>
                  <a:lnTo>
                    <a:pt x="287474" y="185316"/>
                  </a:lnTo>
                  <a:lnTo>
                    <a:pt x="329427" y="192119"/>
                  </a:lnTo>
                  <a:lnTo>
                    <a:pt x="365950" y="211038"/>
                  </a:lnTo>
                  <a:lnTo>
                    <a:pt x="394806" y="239841"/>
                  </a:lnTo>
                  <a:lnTo>
                    <a:pt x="413760" y="276298"/>
                  </a:lnTo>
                  <a:lnTo>
                    <a:pt x="420574" y="318175"/>
                  </a:lnTo>
                  <a:lnTo>
                    <a:pt x="413760" y="360052"/>
                  </a:lnTo>
                  <a:lnTo>
                    <a:pt x="394806" y="396508"/>
                  </a:lnTo>
                  <a:lnTo>
                    <a:pt x="365950" y="425312"/>
                  </a:lnTo>
                  <a:lnTo>
                    <a:pt x="329428" y="444231"/>
                  </a:lnTo>
                  <a:lnTo>
                    <a:pt x="287475" y="451033"/>
                  </a:lnTo>
                  <a:lnTo>
                    <a:pt x="562276" y="451033"/>
                  </a:lnTo>
                  <a:lnTo>
                    <a:pt x="409211" y="185316"/>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pic>
          <p:nvPicPr>
            <p:cNvPr id="66" name="Google Shape;66;p1"/>
            <p:cNvPicPr preferRelativeResize="0"/>
            <p:nvPr/>
          </p:nvPicPr>
          <p:blipFill rotWithShape="1">
            <a:blip r:embed="rId3">
              <a:alphaModFix/>
            </a:blip>
            <a:srcRect b="0" l="0" r="0" t="0"/>
            <a:stretch/>
          </p:blipFill>
          <p:spPr>
            <a:xfrm>
              <a:off x="10350948" y="2918715"/>
              <a:ext cx="166125" cy="172716"/>
            </a:xfrm>
            <a:prstGeom prst="rect">
              <a:avLst/>
            </a:prstGeom>
            <a:noFill/>
            <a:ln>
              <a:noFill/>
            </a:ln>
          </p:spPr>
        </p:pic>
      </p:grpSp>
      <p:sp>
        <p:nvSpPr>
          <p:cNvPr id="67" name="Google Shape;67;p1"/>
          <p:cNvSpPr txBox="1"/>
          <p:nvPr/>
        </p:nvSpPr>
        <p:spPr>
          <a:xfrm>
            <a:off x="3018535" y="3325190"/>
            <a:ext cx="1823700" cy="2476200"/>
          </a:xfrm>
          <a:prstGeom prst="rect">
            <a:avLst/>
          </a:prstGeom>
          <a:noFill/>
          <a:ln>
            <a:noFill/>
          </a:ln>
        </p:spPr>
        <p:txBody>
          <a:bodyPr anchorCtr="0" anchor="t" bIns="0" lIns="0" spcFirstLastPara="1" rIns="0" wrap="square" tIns="13325">
            <a:spAutoFit/>
          </a:bodyPr>
          <a:lstStyle/>
          <a:p>
            <a:pPr indent="0" lvl="0" marL="0" marR="0" rtl="0" algn="ctr">
              <a:lnSpc>
                <a:spcPct val="111428"/>
              </a:lnSpc>
              <a:spcBef>
                <a:spcPts val="0"/>
              </a:spcBef>
              <a:spcAft>
                <a:spcPts val="0"/>
              </a:spcAft>
              <a:buSzPts val="1400"/>
              <a:buFont typeface="Times New Roman"/>
              <a:buNone/>
            </a:pPr>
            <a:r>
              <a:rPr b="1" lang="en-US">
                <a:latin typeface="Times New Roman"/>
                <a:ea typeface="Times New Roman"/>
                <a:cs typeface="Times New Roman"/>
                <a:sym typeface="Times New Roman"/>
              </a:rPr>
              <a:t>BMP280</a:t>
            </a:r>
            <a:r>
              <a:rPr b="1" lang="en-US" sz="1400">
                <a:latin typeface="Times New Roman"/>
                <a:ea typeface="Times New Roman"/>
                <a:cs typeface="Times New Roman"/>
                <a:sym typeface="Times New Roman"/>
              </a:rPr>
              <a:t> Sensor for</a:t>
            </a:r>
            <a:endParaRPr sz="1400">
              <a:latin typeface="Times New Roman"/>
              <a:ea typeface="Times New Roman"/>
              <a:cs typeface="Times New Roman"/>
              <a:sym typeface="Times New Roman"/>
            </a:endParaRPr>
          </a:p>
          <a:p>
            <a:pPr indent="0" lvl="0" marL="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Atmospheric Data</a:t>
            </a:r>
            <a:endParaRPr sz="1400">
              <a:latin typeface="Times New Roman"/>
              <a:ea typeface="Times New Roman"/>
              <a:cs typeface="Times New Roman"/>
              <a:sym typeface="Times New Roman"/>
            </a:endParaRPr>
          </a:p>
          <a:p>
            <a:pPr indent="-1903" lvl="0" marL="12700" marR="5080" rtl="0" algn="ctr">
              <a:lnSpc>
                <a:spcPct val="91500"/>
              </a:lnSpc>
              <a:spcBef>
                <a:spcPts val="395"/>
              </a:spcBef>
              <a:spcAft>
                <a:spcPts val="0"/>
              </a:spcAft>
              <a:buSzPts val="1400"/>
              <a:buFont typeface="Arial"/>
              <a:buNone/>
            </a:pPr>
            <a:r>
              <a:rPr lang="en-US" sz="1400">
                <a:latin typeface="Arial"/>
                <a:ea typeface="Arial"/>
                <a:cs typeface="Arial"/>
                <a:sym typeface="Arial"/>
              </a:rPr>
              <a:t>BMP280 sensors are reliable for measuring temperature and atmospheric pressure, widely adopted in weather monitoring and environmental research due to high accuracy and low power consumption.</a:t>
            </a:r>
            <a:endParaRPr sz="1400">
              <a:latin typeface="Arial"/>
              <a:ea typeface="Arial"/>
              <a:cs typeface="Arial"/>
              <a:sym typeface="Arial"/>
            </a:endParaRPr>
          </a:p>
        </p:txBody>
      </p:sp>
      <p:sp>
        <p:nvSpPr>
          <p:cNvPr id="68" name="Google Shape;68;p1"/>
          <p:cNvSpPr txBox="1"/>
          <p:nvPr/>
        </p:nvSpPr>
        <p:spPr>
          <a:xfrm>
            <a:off x="5180457" y="3325190"/>
            <a:ext cx="1831200" cy="2622600"/>
          </a:xfrm>
          <a:prstGeom prst="rect">
            <a:avLst/>
          </a:prstGeom>
          <a:noFill/>
          <a:ln>
            <a:noFill/>
          </a:ln>
        </p:spPr>
        <p:txBody>
          <a:bodyPr anchorCtr="0" anchor="t" bIns="0" lIns="0" spcFirstLastPara="1" rIns="0" wrap="square" tIns="13325">
            <a:spAutoFit/>
          </a:bodyPr>
          <a:lstStyle/>
          <a:p>
            <a:pPr indent="0" lvl="0" marL="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MQ2 Sensor for Gas</a:t>
            </a:r>
            <a:endParaRPr sz="1400">
              <a:latin typeface="Times New Roman"/>
              <a:ea typeface="Times New Roman"/>
              <a:cs typeface="Times New Roman"/>
              <a:sym typeface="Times New Roman"/>
            </a:endParaRPr>
          </a:p>
          <a:p>
            <a:pPr indent="0" lvl="0" marL="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Detection</a:t>
            </a:r>
            <a:endParaRPr sz="1400">
              <a:latin typeface="Times New Roman"/>
              <a:ea typeface="Times New Roman"/>
              <a:cs typeface="Times New Roman"/>
              <a:sym typeface="Times New Roman"/>
            </a:endParaRPr>
          </a:p>
          <a:p>
            <a:pPr indent="0" lvl="0" marL="12065" marR="5080" rtl="0" algn="ctr">
              <a:lnSpc>
                <a:spcPct val="91600"/>
              </a:lnSpc>
              <a:spcBef>
                <a:spcPts val="390"/>
              </a:spcBef>
              <a:spcAft>
                <a:spcPts val="0"/>
              </a:spcAft>
              <a:buSzPts val="1400"/>
              <a:buFont typeface="Arial"/>
              <a:buNone/>
            </a:pPr>
            <a:r>
              <a:rPr lang="en-US" sz="1400">
                <a:latin typeface="Arial"/>
                <a:ea typeface="Arial"/>
                <a:cs typeface="Arial"/>
                <a:sym typeface="Arial"/>
              </a:rPr>
              <a:t>The MQ2 sensor is commonly used for detecting gas concentrations like LPG, smoke, and methane, making it ideal for air quality systems. Previous studies validate its effectiveness in monitoring indoor and outdoor pollution.</a:t>
            </a:r>
            <a:endParaRPr sz="1400">
              <a:latin typeface="Arial"/>
              <a:ea typeface="Arial"/>
              <a:cs typeface="Arial"/>
              <a:sym typeface="Arial"/>
            </a:endParaRPr>
          </a:p>
        </p:txBody>
      </p:sp>
      <p:sp>
        <p:nvSpPr>
          <p:cNvPr id="69" name="Google Shape;69;p1"/>
          <p:cNvSpPr txBox="1"/>
          <p:nvPr/>
        </p:nvSpPr>
        <p:spPr>
          <a:xfrm>
            <a:off x="7328661" y="3325190"/>
            <a:ext cx="1868100" cy="2622600"/>
          </a:xfrm>
          <a:prstGeom prst="rect">
            <a:avLst/>
          </a:prstGeom>
          <a:noFill/>
          <a:ln>
            <a:noFill/>
          </a:ln>
        </p:spPr>
        <p:txBody>
          <a:bodyPr anchorCtr="0" anchor="t" bIns="0" lIns="0" spcFirstLastPara="1" rIns="0" wrap="square" tIns="13325">
            <a:spAutoFit/>
          </a:bodyPr>
          <a:lstStyle/>
          <a:p>
            <a:pPr indent="0" lvl="0" marL="381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Blynk IoT Platform for</a:t>
            </a:r>
            <a:endParaRPr sz="1400">
              <a:latin typeface="Times New Roman"/>
              <a:ea typeface="Times New Roman"/>
              <a:cs typeface="Times New Roman"/>
              <a:sym typeface="Times New Roman"/>
            </a:endParaRPr>
          </a:p>
          <a:p>
            <a:pPr indent="0" lvl="0" marL="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Data Visualization</a:t>
            </a:r>
            <a:endParaRPr sz="1400">
              <a:latin typeface="Times New Roman"/>
              <a:ea typeface="Times New Roman"/>
              <a:cs typeface="Times New Roman"/>
              <a:sym typeface="Times New Roman"/>
            </a:endParaRPr>
          </a:p>
          <a:p>
            <a:pPr indent="1903" lvl="0" marL="12700" marR="5080" rtl="0" algn="ctr">
              <a:lnSpc>
                <a:spcPct val="91600"/>
              </a:lnSpc>
              <a:spcBef>
                <a:spcPts val="390"/>
              </a:spcBef>
              <a:spcAft>
                <a:spcPts val="0"/>
              </a:spcAft>
              <a:buSzPts val="1400"/>
              <a:buFont typeface="Arial"/>
              <a:buNone/>
            </a:pPr>
            <a:r>
              <a:rPr lang="en-US" sz="1400">
                <a:latin typeface="Arial"/>
                <a:ea typeface="Arial"/>
                <a:cs typeface="Arial"/>
                <a:sym typeface="Arial"/>
              </a:rPr>
              <a:t>Blynk has proven effective for real-time monitoring in IoT projects, allowing easy access to data from remote locations. It is commonly used in similar air quality monitoring projects for displaying metrics on mobile devices.</a:t>
            </a:r>
            <a:endParaRPr sz="1400">
              <a:latin typeface="Arial"/>
              <a:ea typeface="Arial"/>
              <a:cs typeface="Arial"/>
              <a:sym typeface="Arial"/>
            </a:endParaRPr>
          </a:p>
        </p:txBody>
      </p:sp>
      <p:sp>
        <p:nvSpPr>
          <p:cNvPr id="70" name="Google Shape;70;p1"/>
          <p:cNvSpPr txBox="1"/>
          <p:nvPr/>
        </p:nvSpPr>
        <p:spPr>
          <a:xfrm>
            <a:off x="9501378" y="3325190"/>
            <a:ext cx="1856700" cy="2235600"/>
          </a:xfrm>
          <a:prstGeom prst="rect">
            <a:avLst/>
          </a:prstGeom>
          <a:noFill/>
          <a:ln>
            <a:noFill/>
          </a:ln>
        </p:spPr>
        <p:txBody>
          <a:bodyPr anchorCtr="0" anchor="t" bIns="0" lIns="0" spcFirstLastPara="1" rIns="0" wrap="square" tIns="13325">
            <a:spAutoFit/>
          </a:bodyPr>
          <a:lstStyle/>
          <a:p>
            <a:pPr indent="0" lvl="0" marL="1270" marR="0" rtl="0" algn="ctr">
              <a:lnSpc>
                <a:spcPct val="111428"/>
              </a:lnSpc>
              <a:spcBef>
                <a:spcPts val="0"/>
              </a:spcBef>
              <a:spcAft>
                <a:spcPts val="0"/>
              </a:spcAft>
              <a:buSzPts val="1400"/>
              <a:buFont typeface="Times New Roman"/>
              <a:buNone/>
            </a:pPr>
            <a:r>
              <a:rPr b="1" lang="en-US" sz="1400">
                <a:latin typeface="Times New Roman"/>
                <a:ea typeface="Times New Roman"/>
                <a:cs typeface="Times New Roman"/>
                <a:sym typeface="Times New Roman"/>
              </a:rPr>
              <a:t>Data Logging </a:t>
            </a:r>
            <a:endParaRPr sz="1400">
              <a:latin typeface="Times New Roman"/>
              <a:ea typeface="Times New Roman"/>
              <a:cs typeface="Times New Roman"/>
              <a:sym typeface="Times New Roman"/>
            </a:endParaRPr>
          </a:p>
          <a:p>
            <a:pPr indent="0" lvl="0" marL="12700" marR="5080" rtl="0" algn="ctr">
              <a:lnSpc>
                <a:spcPct val="91500"/>
              </a:lnSpc>
              <a:spcBef>
                <a:spcPts val="395"/>
              </a:spcBef>
              <a:spcAft>
                <a:spcPts val="0"/>
              </a:spcAft>
              <a:buSzPts val="1400"/>
              <a:buFont typeface="Arial"/>
              <a:buNone/>
            </a:pPr>
            <a:r>
              <a:rPr lang="en-US" sz="1400">
                <a:latin typeface="Arial"/>
                <a:ea typeface="Arial"/>
                <a:cs typeface="Arial"/>
                <a:sym typeface="Arial"/>
              </a:rPr>
              <a:t>Continuous data logging, as implemented with SD cards, supports analysis over time, enabling trend identification and response planning for air quality management.</a:t>
            </a:r>
            <a:endParaRPr sz="1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2"/>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3" name="Google Shape;73;p2"/>
          <p:cNvSpPr txBox="1"/>
          <p:nvPr>
            <p:ph type="title"/>
          </p:nvPr>
        </p:nvSpPr>
        <p:spPr>
          <a:xfrm>
            <a:off x="812393" y="203149"/>
            <a:ext cx="9098400" cy="1584000"/>
          </a:xfrm>
          <a:prstGeom prst="rect">
            <a:avLst/>
          </a:prstGeom>
          <a:noFill/>
          <a:ln>
            <a:noFill/>
          </a:ln>
        </p:spPr>
        <p:txBody>
          <a:bodyPr anchorCtr="0" anchor="t" bIns="0" lIns="0" spcFirstLastPara="1" rIns="0" wrap="square" tIns="354075">
            <a:spAutoFit/>
          </a:bodyPr>
          <a:lstStyle/>
          <a:p>
            <a:pPr indent="0" lvl="0" marL="2766695" rtl="0" algn="l">
              <a:lnSpc>
                <a:spcPct val="100000"/>
              </a:lnSpc>
              <a:spcBef>
                <a:spcPts val="0"/>
              </a:spcBef>
              <a:spcAft>
                <a:spcPts val="0"/>
              </a:spcAft>
              <a:buNone/>
            </a:pPr>
            <a:r>
              <a:rPr lang="en-US">
                <a:solidFill>
                  <a:srgbClr val="FFFFFF"/>
                </a:solidFill>
              </a:rPr>
              <a:t>IDENTIFYING THE GAP</a:t>
            </a:r>
            <a:endParaRPr/>
          </a:p>
        </p:txBody>
      </p:sp>
      <p:grpSp>
        <p:nvGrpSpPr>
          <p:cNvPr id="74" name="Google Shape;74;p2"/>
          <p:cNvGrpSpPr/>
          <p:nvPr/>
        </p:nvGrpSpPr>
        <p:grpSpPr>
          <a:xfrm>
            <a:off x="579119" y="1588008"/>
            <a:ext cx="11033760" cy="4768850"/>
            <a:chOff x="579119" y="1588008"/>
            <a:chExt cx="11033760" cy="4768850"/>
          </a:xfrm>
        </p:grpSpPr>
        <p:sp>
          <p:nvSpPr>
            <p:cNvPr id="75" name="Google Shape;75;p2"/>
            <p:cNvSpPr/>
            <p:nvPr/>
          </p:nvSpPr>
          <p:spPr>
            <a:xfrm>
              <a:off x="579119" y="1588008"/>
              <a:ext cx="11033760" cy="4768850"/>
            </a:xfrm>
            <a:custGeom>
              <a:rect b="b" l="l" r="r" t="t"/>
              <a:pathLst>
                <a:path extrusionOk="0" h="4768850" w="11033760">
                  <a:moveTo>
                    <a:pt x="10882376" y="0"/>
                  </a:moveTo>
                  <a:lnTo>
                    <a:pt x="151345" y="0"/>
                  </a:lnTo>
                  <a:lnTo>
                    <a:pt x="103511" y="7721"/>
                  </a:lnTo>
                  <a:lnTo>
                    <a:pt x="61966" y="29220"/>
                  </a:lnTo>
                  <a:lnTo>
                    <a:pt x="29203" y="61996"/>
                  </a:lnTo>
                  <a:lnTo>
                    <a:pt x="7716" y="103550"/>
                  </a:lnTo>
                  <a:lnTo>
                    <a:pt x="0" y="151383"/>
                  </a:lnTo>
                  <a:lnTo>
                    <a:pt x="0" y="4617237"/>
                  </a:lnTo>
                  <a:lnTo>
                    <a:pt x="7716" y="4665077"/>
                  </a:lnTo>
                  <a:lnTo>
                    <a:pt x="29203" y="4706627"/>
                  </a:lnTo>
                  <a:lnTo>
                    <a:pt x="61966" y="4739392"/>
                  </a:lnTo>
                  <a:lnTo>
                    <a:pt x="103511" y="4760879"/>
                  </a:lnTo>
                  <a:lnTo>
                    <a:pt x="151345" y="4768595"/>
                  </a:lnTo>
                  <a:lnTo>
                    <a:pt x="10882376" y="4768595"/>
                  </a:lnTo>
                  <a:lnTo>
                    <a:pt x="10930209" y="4760879"/>
                  </a:lnTo>
                  <a:lnTo>
                    <a:pt x="10971763" y="4739392"/>
                  </a:lnTo>
                  <a:lnTo>
                    <a:pt x="11004539" y="4706627"/>
                  </a:lnTo>
                  <a:lnTo>
                    <a:pt x="11026038" y="4665077"/>
                  </a:lnTo>
                  <a:lnTo>
                    <a:pt x="11033760" y="4617237"/>
                  </a:lnTo>
                  <a:lnTo>
                    <a:pt x="11033760" y="151383"/>
                  </a:lnTo>
                  <a:lnTo>
                    <a:pt x="11026038" y="103550"/>
                  </a:lnTo>
                  <a:lnTo>
                    <a:pt x="11004539" y="61996"/>
                  </a:lnTo>
                  <a:lnTo>
                    <a:pt x="10971763" y="29220"/>
                  </a:lnTo>
                  <a:lnTo>
                    <a:pt x="10930209" y="7721"/>
                  </a:lnTo>
                  <a:lnTo>
                    <a:pt x="10882376" y="0"/>
                  </a:lnTo>
                  <a:close/>
                </a:path>
              </a:pathLst>
            </a:custGeom>
            <a:solidFill>
              <a:srgbClr val="FFFFFF">
                <a:alpha val="9451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6" name="Google Shape;76;p2"/>
            <p:cNvSpPr/>
            <p:nvPr/>
          </p:nvSpPr>
          <p:spPr>
            <a:xfrm>
              <a:off x="4624578" y="1908810"/>
              <a:ext cx="6730365" cy="838200"/>
            </a:xfrm>
            <a:custGeom>
              <a:rect b="b" l="l" r="r" t="t"/>
              <a:pathLst>
                <a:path extrusionOk="0" h="838200" w="6730365">
                  <a:moveTo>
                    <a:pt x="6590283" y="0"/>
                  </a:moveTo>
                  <a:lnTo>
                    <a:pt x="0" y="0"/>
                  </a:lnTo>
                  <a:lnTo>
                    <a:pt x="0" y="838200"/>
                  </a:lnTo>
                  <a:lnTo>
                    <a:pt x="6590283" y="838200"/>
                  </a:lnTo>
                  <a:lnTo>
                    <a:pt x="6634463" y="831083"/>
                  </a:lnTo>
                  <a:lnTo>
                    <a:pt x="6672815" y="811263"/>
                  </a:lnTo>
                  <a:lnTo>
                    <a:pt x="6703047" y="781031"/>
                  </a:lnTo>
                  <a:lnTo>
                    <a:pt x="6722867" y="742679"/>
                  </a:lnTo>
                  <a:lnTo>
                    <a:pt x="6729983" y="698500"/>
                  </a:lnTo>
                  <a:lnTo>
                    <a:pt x="6729983" y="139700"/>
                  </a:lnTo>
                  <a:lnTo>
                    <a:pt x="6722867" y="95520"/>
                  </a:lnTo>
                  <a:lnTo>
                    <a:pt x="6703047" y="57168"/>
                  </a:lnTo>
                  <a:lnTo>
                    <a:pt x="6672815" y="26936"/>
                  </a:lnTo>
                  <a:lnTo>
                    <a:pt x="6634463" y="7116"/>
                  </a:lnTo>
                  <a:lnTo>
                    <a:pt x="6590283" y="0"/>
                  </a:lnTo>
                  <a:close/>
                </a:path>
              </a:pathLst>
            </a:custGeom>
            <a:solidFill>
              <a:srgbClr val="E8D0D0">
                <a:alpha val="898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7" name="Google Shape;77;p2"/>
            <p:cNvSpPr/>
            <p:nvPr/>
          </p:nvSpPr>
          <p:spPr>
            <a:xfrm>
              <a:off x="4624578" y="1908810"/>
              <a:ext cx="6730365" cy="838200"/>
            </a:xfrm>
            <a:custGeom>
              <a:rect b="b" l="l" r="r" t="t"/>
              <a:pathLst>
                <a:path extrusionOk="0" h="838200" w="6730365">
                  <a:moveTo>
                    <a:pt x="6729983" y="139700"/>
                  </a:moveTo>
                  <a:lnTo>
                    <a:pt x="6729983" y="698500"/>
                  </a:lnTo>
                  <a:lnTo>
                    <a:pt x="6722867" y="742679"/>
                  </a:lnTo>
                  <a:lnTo>
                    <a:pt x="6703047" y="781031"/>
                  </a:lnTo>
                  <a:lnTo>
                    <a:pt x="6672815" y="811263"/>
                  </a:lnTo>
                  <a:lnTo>
                    <a:pt x="6634463" y="831083"/>
                  </a:lnTo>
                  <a:lnTo>
                    <a:pt x="6590283" y="838200"/>
                  </a:lnTo>
                  <a:lnTo>
                    <a:pt x="0" y="838200"/>
                  </a:lnTo>
                  <a:lnTo>
                    <a:pt x="0" y="0"/>
                  </a:lnTo>
                  <a:lnTo>
                    <a:pt x="6590283" y="0"/>
                  </a:lnTo>
                  <a:lnTo>
                    <a:pt x="6634463" y="7116"/>
                  </a:lnTo>
                  <a:lnTo>
                    <a:pt x="6672815" y="26936"/>
                  </a:lnTo>
                  <a:lnTo>
                    <a:pt x="6703047" y="57168"/>
                  </a:lnTo>
                  <a:lnTo>
                    <a:pt x="6722867" y="95520"/>
                  </a:lnTo>
                  <a:lnTo>
                    <a:pt x="6729983" y="139700"/>
                  </a:lnTo>
                  <a:close/>
                </a:path>
              </a:pathLst>
            </a:custGeom>
            <a:noFill/>
            <a:ln cap="flat" cmpd="sng" w="25400">
              <a:solidFill>
                <a:srgbClr val="E8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8" name="Google Shape;78;p2"/>
          <p:cNvSpPr txBox="1"/>
          <p:nvPr/>
        </p:nvSpPr>
        <p:spPr>
          <a:xfrm>
            <a:off x="4672710" y="1946274"/>
            <a:ext cx="6415500" cy="696600"/>
          </a:xfrm>
          <a:prstGeom prst="rect">
            <a:avLst/>
          </a:prstGeom>
          <a:noFill/>
          <a:ln>
            <a:noFill/>
          </a:ln>
        </p:spPr>
        <p:txBody>
          <a:bodyPr anchorCtr="0" anchor="t" bIns="0" lIns="0" spcFirstLastPara="1" rIns="0" wrap="square" tIns="32375">
            <a:spAutoFit/>
          </a:bodyPr>
          <a:lstStyle/>
          <a:p>
            <a:pPr indent="-172720" lvl="0" marL="184785" marR="5080" rtl="0" algn="l">
              <a:lnSpc>
                <a:spcPct val="91600"/>
              </a:lnSpc>
              <a:spcBef>
                <a:spcPts val="0"/>
              </a:spcBef>
              <a:spcAft>
                <a:spcPts val="0"/>
              </a:spcAft>
              <a:buSzPts val="1600"/>
              <a:buFont typeface="Rasa"/>
              <a:buChar char="•"/>
            </a:pPr>
            <a:r>
              <a:rPr lang="en-US" sz="1600">
                <a:latin typeface="Arial"/>
                <a:ea typeface="Arial"/>
                <a:cs typeface="Arial"/>
                <a:sym typeface="Arial"/>
              </a:rPr>
              <a:t>Many atmospher</a:t>
            </a:r>
            <a:r>
              <a:rPr lang="en-US" sz="1600"/>
              <a:t>e &amp; </a:t>
            </a:r>
            <a:r>
              <a:rPr lang="en-US" sz="1600">
                <a:latin typeface="Arial"/>
                <a:ea typeface="Arial"/>
                <a:cs typeface="Arial"/>
                <a:sym typeface="Arial"/>
              </a:rPr>
              <a:t>air</a:t>
            </a:r>
            <a:r>
              <a:rPr lang="en-US" sz="1600"/>
              <a:t> </a:t>
            </a:r>
            <a:r>
              <a:rPr lang="en-US" sz="1600">
                <a:latin typeface="Arial"/>
                <a:ea typeface="Arial"/>
                <a:cs typeface="Arial"/>
                <a:sym typeface="Arial"/>
              </a:rPr>
              <a:t>monitoring systems provide real-time data but lack continuous data logging for historical analysis. Our system addresses this by storing readings every 5 seconds on an SD card.</a:t>
            </a:r>
            <a:endParaRPr sz="1600">
              <a:latin typeface="Arial"/>
              <a:ea typeface="Arial"/>
              <a:cs typeface="Arial"/>
              <a:sym typeface="Arial"/>
            </a:endParaRPr>
          </a:p>
        </p:txBody>
      </p:sp>
      <p:grpSp>
        <p:nvGrpSpPr>
          <p:cNvPr id="79" name="Google Shape;79;p2"/>
          <p:cNvGrpSpPr/>
          <p:nvPr/>
        </p:nvGrpSpPr>
        <p:grpSpPr>
          <a:xfrm>
            <a:off x="838961" y="1803654"/>
            <a:ext cx="3785870" cy="1047114"/>
            <a:chOff x="838961" y="1803654"/>
            <a:chExt cx="3785870" cy="1047114"/>
          </a:xfrm>
        </p:grpSpPr>
        <p:sp>
          <p:nvSpPr>
            <p:cNvPr id="80" name="Google Shape;80;p2"/>
            <p:cNvSpPr/>
            <p:nvPr/>
          </p:nvSpPr>
          <p:spPr>
            <a:xfrm>
              <a:off x="838961" y="1803654"/>
              <a:ext cx="3785870" cy="1047114"/>
            </a:xfrm>
            <a:custGeom>
              <a:rect b="b" l="l" r="r" t="t"/>
              <a:pathLst>
                <a:path extrusionOk="0" h="1047114" w="3785870">
                  <a:moveTo>
                    <a:pt x="3611117" y="0"/>
                  </a:moveTo>
                  <a:lnTo>
                    <a:pt x="174497" y="0"/>
                  </a:lnTo>
                  <a:lnTo>
                    <a:pt x="128111" y="6231"/>
                  </a:lnTo>
                  <a:lnTo>
                    <a:pt x="86427" y="23819"/>
                  </a:lnTo>
                  <a:lnTo>
                    <a:pt x="51111" y="51101"/>
                  </a:lnTo>
                  <a:lnTo>
                    <a:pt x="23825" y="86416"/>
                  </a:lnTo>
                  <a:lnTo>
                    <a:pt x="6233" y="128102"/>
                  </a:lnTo>
                  <a:lnTo>
                    <a:pt x="0" y="174498"/>
                  </a:lnTo>
                  <a:lnTo>
                    <a:pt x="0" y="872490"/>
                  </a:lnTo>
                  <a:lnTo>
                    <a:pt x="6233" y="918885"/>
                  </a:lnTo>
                  <a:lnTo>
                    <a:pt x="23825" y="960571"/>
                  </a:lnTo>
                  <a:lnTo>
                    <a:pt x="51111" y="995886"/>
                  </a:lnTo>
                  <a:lnTo>
                    <a:pt x="86427" y="1023168"/>
                  </a:lnTo>
                  <a:lnTo>
                    <a:pt x="128111" y="1040756"/>
                  </a:lnTo>
                  <a:lnTo>
                    <a:pt x="174497" y="1046988"/>
                  </a:lnTo>
                  <a:lnTo>
                    <a:pt x="3611117" y="1046988"/>
                  </a:lnTo>
                  <a:lnTo>
                    <a:pt x="3657513" y="1040756"/>
                  </a:lnTo>
                  <a:lnTo>
                    <a:pt x="3699199" y="1023168"/>
                  </a:lnTo>
                  <a:lnTo>
                    <a:pt x="3734514" y="995886"/>
                  </a:lnTo>
                  <a:lnTo>
                    <a:pt x="3761796" y="960571"/>
                  </a:lnTo>
                  <a:lnTo>
                    <a:pt x="3779384" y="918885"/>
                  </a:lnTo>
                  <a:lnTo>
                    <a:pt x="3785616" y="872490"/>
                  </a:lnTo>
                  <a:lnTo>
                    <a:pt x="3785616" y="174498"/>
                  </a:lnTo>
                  <a:lnTo>
                    <a:pt x="3779384" y="128102"/>
                  </a:lnTo>
                  <a:lnTo>
                    <a:pt x="3761796" y="86416"/>
                  </a:lnTo>
                  <a:lnTo>
                    <a:pt x="3734514" y="51101"/>
                  </a:lnTo>
                  <a:lnTo>
                    <a:pt x="3699199" y="23819"/>
                  </a:lnTo>
                  <a:lnTo>
                    <a:pt x="3657513" y="6231"/>
                  </a:lnTo>
                  <a:lnTo>
                    <a:pt x="3611117"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1" name="Google Shape;81;p2"/>
            <p:cNvSpPr/>
            <p:nvPr/>
          </p:nvSpPr>
          <p:spPr>
            <a:xfrm>
              <a:off x="838961" y="1803654"/>
              <a:ext cx="3785870" cy="1047114"/>
            </a:xfrm>
            <a:custGeom>
              <a:rect b="b" l="l" r="r" t="t"/>
              <a:pathLst>
                <a:path extrusionOk="0" h="1047114" w="3785870">
                  <a:moveTo>
                    <a:pt x="0" y="174498"/>
                  </a:moveTo>
                  <a:lnTo>
                    <a:pt x="6233" y="128102"/>
                  </a:lnTo>
                  <a:lnTo>
                    <a:pt x="23825" y="86416"/>
                  </a:lnTo>
                  <a:lnTo>
                    <a:pt x="51111" y="51101"/>
                  </a:lnTo>
                  <a:lnTo>
                    <a:pt x="86427" y="23819"/>
                  </a:lnTo>
                  <a:lnTo>
                    <a:pt x="128111" y="6231"/>
                  </a:lnTo>
                  <a:lnTo>
                    <a:pt x="174497" y="0"/>
                  </a:lnTo>
                  <a:lnTo>
                    <a:pt x="3611117" y="0"/>
                  </a:lnTo>
                  <a:lnTo>
                    <a:pt x="3657513" y="6231"/>
                  </a:lnTo>
                  <a:lnTo>
                    <a:pt x="3699199" y="23819"/>
                  </a:lnTo>
                  <a:lnTo>
                    <a:pt x="3734514" y="51101"/>
                  </a:lnTo>
                  <a:lnTo>
                    <a:pt x="3761796" y="86416"/>
                  </a:lnTo>
                  <a:lnTo>
                    <a:pt x="3779384" y="128102"/>
                  </a:lnTo>
                  <a:lnTo>
                    <a:pt x="3785616" y="174498"/>
                  </a:lnTo>
                  <a:lnTo>
                    <a:pt x="3785616" y="872490"/>
                  </a:lnTo>
                  <a:lnTo>
                    <a:pt x="3779384" y="918885"/>
                  </a:lnTo>
                  <a:lnTo>
                    <a:pt x="3761796" y="960571"/>
                  </a:lnTo>
                  <a:lnTo>
                    <a:pt x="3734514" y="995886"/>
                  </a:lnTo>
                  <a:lnTo>
                    <a:pt x="3699199" y="1023168"/>
                  </a:lnTo>
                  <a:lnTo>
                    <a:pt x="3657513" y="1040756"/>
                  </a:lnTo>
                  <a:lnTo>
                    <a:pt x="3611117" y="1046988"/>
                  </a:lnTo>
                  <a:lnTo>
                    <a:pt x="174497" y="1046988"/>
                  </a:lnTo>
                  <a:lnTo>
                    <a:pt x="128111" y="1040756"/>
                  </a:lnTo>
                  <a:lnTo>
                    <a:pt x="86427" y="1023168"/>
                  </a:lnTo>
                  <a:lnTo>
                    <a:pt x="51111" y="995886"/>
                  </a:lnTo>
                  <a:lnTo>
                    <a:pt x="23825" y="960571"/>
                  </a:lnTo>
                  <a:lnTo>
                    <a:pt x="6233" y="918885"/>
                  </a:lnTo>
                  <a:lnTo>
                    <a:pt x="0" y="872490"/>
                  </a:lnTo>
                  <a:lnTo>
                    <a:pt x="0" y="174498"/>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82" name="Google Shape;82;p2"/>
          <p:cNvSpPr txBox="1"/>
          <p:nvPr/>
        </p:nvSpPr>
        <p:spPr>
          <a:xfrm>
            <a:off x="1066596" y="1975865"/>
            <a:ext cx="3329400" cy="640200"/>
          </a:xfrm>
          <a:prstGeom prst="rect">
            <a:avLst/>
          </a:prstGeom>
          <a:noFill/>
          <a:ln>
            <a:noFill/>
          </a:ln>
        </p:spPr>
        <p:txBody>
          <a:bodyPr anchorCtr="0" anchor="t" bIns="0" lIns="0" spcFirstLastPara="1" rIns="0" wrap="square" tIns="12700">
            <a:spAutoFit/>
          </a:bodyPr>
          <a:lstStyle/>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Limited Real-Time Monitoring</a:t>
            </a:r>
            <a:endParaRPr sz="2100">
              <a:latin typeface="Arial"/>
              <a:ea typeface="Arial"/>
              <a:cs typeface="Arial"/>
              <a:sym typeface="Arial"/>
            </a:endParaRPr>
          </a:p>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with Data Storage</a:t>
            </a:r>
            <a:endParaRPr sz="2100">
              <a:latin typeface="Arial"/>
              <a:ea typeface="Arial"/>
              <a:cs typeface="Arial"/>
              <a:sym typeface="Arial"/>
            </a:endParaRPr>
          </a:p>
        </p:txBody>
      </p:sp>
      <p:grpSp>
        <p:nvGrpSpPr>
          <p:cNvPr id="83" name="Google Shape;83;p2"/>
          <p:cNvGrpSpPr/>
          <p:nvPr/>
        </p:nvGrpSpPr>
        <p:grpSpPr>
          <a:xfrm>
            <a:off x="4624578" y="3009138"/>
            <a:ext cx="6730365" cy="836929"/>
            <a:chOff x="4624578" y="3009138"/>
            <a:chExt cx="6730365" cy="836929"/>
          </a:xfrm>
        </p:grpSpPr>
        <p:sp>
          <p:nvSpPr>
            <p:cNvPr id="84" name="Google Shape;84;p2"/>
            <p:cNvSpPr/>
            <p:nvPr/>
          </p:nvSpPr>
          <p:spPr>
            <a:xfrm>
              <a:off x="4624578" y="3009138"/>
              <a:ext cx="6730365" cy="836929"/>
            </a:xfrm>
            <a:custGeom>
              <a:rect b="b" l="l" r="r" t="t"/>
              <a:pathLst>
                <a:path extrusionOk="0" h="836929" w="6730365">
                  <a:moveTo>
                    <a:pt x="6590538" y="0"/>
                  </a:moveTo>
                  <a:lnTo>
                    <a:pt x="0" y="0"/>
                  </a:lnTo>
                  <a:lnTo>
                    <a:pt x="0" y="836676"/>
                  </a:lnTo>
                  <a:lnTo>
                    <a:pt x="6590538" y="836676"/>
                  </a:lnTo>
                  <a:lnTo>
                    <a:pt x="6634593" y="829561"/>
                  </a:lnTo>
                  <a:lnTo>
                    <a:pt x="6672870" y="809756"/>
                  </a:lnTo>
                  <a:lnTo>
                    <a:pt x="6703064" y="779562"/>
                  </a:lnTo>
                  <a:lnTo>
                    <a:pt x="6722869" y="741285"/>
                  </a:lnTo>
                  <a:lnTo>
                    <a:pt x="6729983" y="697230"/>
                  </a:lnTo>
                  <a:lnTo>
                    <a:pt x="6729983" y="139446"/>
                  </a:lnTo>
                  <a:lnTo>
                    <a:pt x="6722869" y="95390"/>
                  </a:lnTo>
                  <a:lnTo>
                    <a:pt x="6703064" y="57113"/>
                  </a:lnTo>
                  <a:lnTo>
                    <a:pt x="6672870" y="26919"/>
                  </a:lnTo>
                  <a:lnTo>
                    <a:pt x="6634593" y="7114"/>
                  </a:lnTo>
                  <a:lnTo>
                    <a:pt x="6590538" y="0"/>
                  </a:lnTo>
                  <a:close/>
                </a:path>
              </a:pathLst>
            </a:custGeom>
            <a:solidFill>
              <a:srgbClr val="E8DCD0">
                <a:alpha val="898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5" name="Google Shape;85;p2"/>
            <p:cNvSpPr/>
            <p:nvPr/>
          </p:nvSpPr>
          <p:spPr>
            <a:xfrm>
              <a:off x="4624578" y="3009138"/>
              <a:ext cx="6730365" cy="836929"/>
            </a:xfrm>
            <a:custGeom>
              <a:rect b="b" l="l" r="r" t="t"/>
              <a:pathLst>
                <a:path extrusionOk="0" h="836929" w="6730365">
                  <a:moveTo>
                    <a:pt x="6729983" y="139446"/>
                  </a:moveTo>
                  <a:lnTo>
                    <a:pt x="6729983" y="697230"/>
                  </a:lnTo>
                  <a:lnTo>
                    <a:pt x="6722869" y="741285"/>
                  </a:lnTo>
                  <a:lnTo>
                    <a:pt x="6703064" y="779562"/>
                  </a:lnTo>
                  <a:lnTo>
                    <a:pt x="6672870" y="809756"/>
                  </a:lnTo>
                  <a:lnTo>
                    <a:pt x="6634593" y="829561"/>
                  </a:lnTo>
                  <a:lnTo>
                    <a:pt x="6590538" y="836676"/>
                  </a:lnTo>
                  <a:lnTo>
                    <a:pt x="0" y="836676"/>
                  </a:lnTo>
                  <a:lnTo>
                    <a:pt x="0" y="0"/>
                  </a:lnTo>
                  <a:lnTo>
                    <a:pt x="6590538" y="0"/>
                  </a:lnTo>
                  <a:lnTo>
                    <a:pt x="6634593" y="7114"/>
                  </a:lnTo>
                  <a:lnTo>
                    <a:pt x="6672870" y="26919"/>
                  </a:lnTo>
                  <a:lnTo>
                    <a:pt x="6703064" y="57113"/>
                  </a:lnTo>
                  <a:lnTo>
                    <a:pt x="6722869" y="95390"/>
                  </a:lnTo>
                  <a:lnTo>
                    <a:pt x="6729983" y="139446"/>
                  </a:lnTo>
                  <a:close/>
                </a:path>
              </a:pathLst>
            </a:custGeom>
            <a:noFill/>
            <a:ln cap="flat" cmpd="sng" w="25375">
              <a:solidFill>
                <a:srgbClr val="E8DC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86" name="Google Shape;86;p2"/>
          <p:cNvSpPr txBox="1"/>
          <p:nvPr/>
        </p:nvSpPr>
        <p:spPr>
          <a:xfrm>
            <a:off x="4672710" y="3046222"/>
            <a:ext cx="6544200" cy="696600"/>
          </a:xfrm>
          <a:prstGeom prst="rect">
            <a:avLst/>
          </a:prstGeom>
          <a:noFill/>
          <a:ln>
            <a:noFill/>
          </a:ln>
        </p:spPr>
        <p:txBody>
          <a:bodyPr anchorCtr="0" anchor="t" bIns="0" lIns="0" spcFirstLastPara="1" rIns="0" wrap="square" tIns="32375">
            <a:spAutoFit/>
          </a:bodyPr>
          <a:lstStyle/>
          <a:p>
            <a:pPr indent="-172720" lvl="0" marL="184785" marR="5080" rtl="0" algn="l">
              <a:lnSpc>
                <a:spcPct val="91600"/>
              </a:lnSpc>
              <a:spcBef>
                <a:spcPts val="0"/>
              </a:spcBef>
              <a:spcAft>
                <a:spcPts val="0"/>
              </a:spcAft>
              <a:buSzPts val="1600"/>
              <a:buFont typeface="Rasa"/>
              <a:buChar char="•"/>
            </a:pPr>
            <a:r>
              <a:rPr lang="en-US" sz="1600">
                <a:latin typeface="Arial"/>
                <a:ea typeface="Arial"/>
                <a:cs typeface="Arial"/>
                <a:sym typeface="Arial"/>
              </a:rPr>
              <a:t>Existing systems can be costly and complex, making them less accessible. Our solution is affordable, portable, and easy to implement using ESP32, MQ2, and BMP280 sensors.</a:t>
            </a:r>
            <a:endParaRPr sz="1600">
              <a:latin typeface="Arial"/>
              <a:ea typeface="Arial"/>
              <a:cs typeface="Arial"/>
              <a:sym typeface="Arial"/>
            </a:endParaRPr>
          </a:p>
        </p:txBody>
      </p:sp>
      <p:grpSp>
        <p:nvGrpSpPr>
          <p:cNvPr id="87" name="Google Shape;87;p2"/>
          <p:cNvGrpSpPr/>
          <p:nvPr/>
        </p:nvGrpSpPr>
        <p:grpSpPr>
          <a:xfrm>
            <a:off x="838961" y="2903982"/>
            <a:ext cx="3785870" cy="1047114"/>
            <a:chOff x="838961" y="2903982"/>
            <a:chExt cx="3785870" cy="1047114"/>
          </a:xfrm>
        </p:grpSpPr>
        <p:sp>
          <p:nvSpPr>
            <p:cNvPr id="88" name="Google Shape;88;p2"/>
            <p:cNvSpPr/>
            <p:nvPr/>
          </p:nvSpPr>
          <p:spPr>
            <a:xfrm>
              <a:off x="838961" y="2903982"/>
              <a:ext cx="3785870" cy="1047114"/>
            </a:xfrm>
            <a:custGeom>
              <a:rect b="b" l="l" r="r" t="t"/>
              <a:pathLst>
                <a:path extrusionOk="0" h="1047114" w="3785870">
                  <a:moveTo>
                    <a:pt x="3611117" y="0"/>
                  </a:moveTo>
                  <a:lnTo>
                    <a:pt x="174497" y="0"/>
                  </a:lnTo>
                  <a:lnTo>
                    <a:pt x="128111" y="6231"/>
                  </a:lnTo>
                  <a:lnTo>
                    <a:pt x="86427" y="23819"/>
                  </a:lnTo>
                  <a:lnTo>
                    <a:pt x="51111" y="51101"/>
                  </a:lnTo>
                  <a:lnTo>
                    <a:pt x="23825" y="86416"/>
                  </a:lnTo>
                  <a:lnTo>
                    <a:pt x="6233" y="128102"/>
                  </a:lnTo>
                  <a:lnTo>
                    <a:pt x="0" y="174497"/>
                  </a:lnTo>
                  <a:lnTo>
                    <a:pt x="0" y="872489"/>
                  </a:lnTo>
                  <a:lnTo>
                    <a:pt x="6233" y="918885"/>
                  </a:lnTo>
                  <a:lnTo>
                    <a:pt x="23825" y="960571"/>
                  </a:lnTo>
                  <a:lnTo>
                    <a:pt x="51111" y="995886"/>
                  </a:lnTo>
                  <a:lnTo>
                    <a:pt x="86427" y="1023168"/>
                  </a:lnTo>
                  <a:lnTo>
                    <a:pt x="128111" y="1040756"/>
                  </a:lnTo>
                  <a:lnTo>
                    <a:pt x="174497" y="1046987"/>
                  </a:lnTo>
                  <a:lnTo>
                    <a:pt x="3611117" y="1046987"/>
                  </a:lnTo>
                  <a:lnTo>
                    <a:pt x="3657513" y="1040756"/>
                  </a:lnTo>
                  <a:lnTo>
                    <a:pt x="3699199" y="1023168"/>
                  </a:lnTo>
                  <a:lnTo>
                    <a:pt x="3734514" y="995886"/>
                  </a:lnTo>
                  <a:lnTo>
                    <a:pt x="3761796" y="960571"/>
                  </a:lnTo>
                  <a:lnTo>
                    <a:pt x="3779384" y="918885"/>
                  </a:lnTo>
                  <a:lnTo>
                    <a:pt x="3785616" y="872489"/>
                  </a:lnTo>
                  <a:lnTo>
                    <a:pt x="3785616" y="174497"/>
                  </a:lnTo>
                  <a:lnTo>
                    <a:pt x="3779384" y="128102"/>
                  </a:lnTo>
                  <a:lnTo>
                    <a:pt x="3761796" y="86416"/>
                  </a:lnTo>
                  <a:lnTo>
                    <a:pt x="3734514" y="51101"/>
                  </a:lnTo>
                  <a:lnTo>
                    <a:pt x="3699199" y="23819"/>
                  </a:lnTo>
                  <a:lnTo>
                    <a:pt x="3657513" y="6231"/>
                  </a:lnTo>
                  <a:lnTo>
                    <a:pt x="3611117" y="0"/>
                  </a:lnTo>
                  <a:close/>
                </a:path>
              </a:pathLst>
            </a:custGeom>
            <a:solidFill>
              <a:srgbClr val="BD835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9" name="Google Shape;89;p2"/>
            <p:cNvSpPr/>
            <p:nvPr/>
          </p:nvSpPr>
          <p:spPr>
            <a:xfrm>
              <a:off x="838961" y="2903982"/>
              <a:ext cx="3785870" cy="1047114"/>
            </a:xfrm>
            <a:custGeom>
              <a:rect b="b" l="l" r="r" t="t"/>
              <a:pathLst>
                <a:path extrusionOk="0" h="1047114" w="3785870">
                  <a:moveTo>
                    <a:pt x="0" y="174497"/>
                  </a:moveTo>
                  <a:lnTo>
                    <a:pt x="6233" y="128102"/>
                  </a:lnTo>
                  <a:lnTo>
                    <a:pt x="23825" y="86416"/>
                  </a:lnTo>
                  <a:lnTo>
                    <a:pt x="51111" y="51101"/>
                  </a:lnTo>
                  <a:lnTo>
                    <a:pt x="86427" y="23819"/>
                  </a:lnTo>
                  <a:lnTo>
                    <a:pt x="128111" y="6231"/>
                  </a:lnTo>
                  <a:lnTo>
                    <a:pt x="174497" y="0"/>
                  </a:lnTo>
                  <a:lnTo>
                    <a:pt x="3611117" y="0"/>
                  </a:lnTo>
                  <a:lnTo>
                    <a:pt x="3657513" y="6231"/>
                  </a:lnTo>
                  <a:lnTo>
                    <a:pt x="3699199" y="23819"/>
                  </a:lnTo>
                  <a:lnTo>
                    <a:pt x="3734514" y="51101"/>
                  </a:lnTo>
                  <a:lnTo>
                    <a:pt x="3761796" y="86416"/>
                  </a:lnTo>
                  <a:lnTo>
                    <a:pt x="3779384" y="128102"/>
                  </a:lnTo>
                  <a:lnTo>
                    <a:pt x="3785616" y="174497"/>
                  </a:lnTo>
                  <a:lnTo>
                    <a:pt x="3785616" y="872489"/>
                  </a:lnTo>
                  <a:lnTo>
                    <a:pt x="3779384" y="918885"/>
                  </a:lnTo>
                  <a:lnTo>
                    <a:pt x="3761796" y="960571"/>
                  </a:lnTo>
                  <a:lnTo>
                    <a:pt x="3734514" y="995886"/>
                  </a:lnTo>
                  <a:lnTo>
                    <a:pt x="3699199" y="1023168"/>
                  </a:lnTo>
                  <a:lnTo>
                    <a:pt x="3657513" y="1040756"/>
                  </a:lnTo>
                  <a:lnTo>
                    <a:pt x="3611117" y="1046987"/>
                  </a:lnTo>
                  <a:lnTo>
                    <a:pt x="174497" y="1046987"/>
                  </a:lnTo>
                  <a:lnTo>
                    <a:pt x="128111" y="1040756"/>
                  </a:lnTo>
                  <a:lnTo>
                    <a:pt x="86427" y="1023168"/>
                  </a:lnTo>
                  <a:lnTo>
                    <a:pt x="51111" y="995886"/>
                  </a:lnTo>
                  <a:lnTo>
                    <a:pt x="23825" y="960571"/>
                  </a:lnTo>
                  <a:lnTo>
                    <a:pt x="6233" y="918885"/>
                  </a:lnTo>
                  <a:lnTo>
                    <a:pt x="0" y="872489"/>
                  </a:lnTo>
                  <a:lnTo>
                    <a:pt x="0" y="17449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90" name="Google Shape;90;p2"/>
          <p:cNvSpPr txBox="1"/>
          <p:nvPr/>
        </p:nvSpPr>
        <p:spPr>
          <a:xfrm>
            <a:off x="1173276" y="3075813"/>
            <a:ext cx="3115200" cy="640200"/>
          </a:xfrm>
          <a:prstGeom prst="rect">
            <a:avLst/>
          </a:prstGeom>
          <a:noFill/>
          <a:ln>
            <a:noFill/>
          </a:ln>
        </p:spPr>
        <p:txBody>
          <a:bodyPr anchorCtr="0" anchor="t" bIns="0" lIns="0" spcFirstLastPara="1" rIns="0" wrap="square" tIns="12700">
            <a:spAutoFit/>
          </a:bodyPr>
          <a:lstStyle/>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Few Cost-Effective, Portable</a:t>
            </a:r>
            <a:endParaRPr sz="2100">
              <a:latin typeface="Arial"/>
              <a:ea typeface="Arial"/>
              <a:cs typeface="Arial"/>
              <a:sym typeface="Arial"/>
            </a:endParaRPr>
          </a:p>
          <a:p>
            <a:pPr indent="0" lvl="0" marL="635" marR="0" rtl="0" algn="ctr">
              <a:lnSpc>
                <a:spcPct val="115238"/>
              </a:lnSpc>
              <a:spcBef>
                <a:spcPts val="0"/>
              </a:spcBef>
              <a:spcAft>
                <a:spcPts val="0"/>
              </a:spcAft>
              <a:buNone/>
            </a:pPr>
            <a:r>
              <a:rPr b="1" lang="en-US" sz="2100">
                <a:solidFill>
                  <a:srgbClr val="FFFFFF"/>
                </a:solidFill>
                <a:latin typeface="Arial"/>
                <a:ea typeface="Arial"/>
                <a:cs typeface="Arial"/>
                <a:sym typeface="Arial"/>
              </a:rPr>
              <a:t>Solutions</a:t>
            </a:r>
            <a:endParaRPr sz="2100">
              <a:latin typeface="Arial"/>
              <a:ea typeface="Arial"/>
              <a:cs typeface="Arial"/>
              <a:sym typeface="Arial"/>
            </a:endParaRPr>
          </a:p>
        </p:txBody>
      </p:sp>
      <p:grpSp>
        <p:nvGrpSpPr>
          <p:cNvPr id="91" name="Google Shape;91;p2"/>
          <p:cNvGrpSpPr/>
          <p:nvPr/>
        </p:nvGrpSpPr>
        <p:grpSpPr>
          <a:xfrm>
            <a:off x="4624578" y="4107941"/>
            <a:ext cx="6730365" cy="838200"/>
            <a:chOff x="4624578" y="4107941"/>
            <a:chExt cx="6730365" cy="838200"/>
          </a:xfrm>
        </p:grpSpPr>
        <p:sp>
          <p:nvSpPr>
            <p:cNvPr id="92" name="Google Shape;92;p2"/>
            <p:cNvSpPr/>
            <p:nvPr/>
          </p:nvSpPr>
          <p:spPr>
            <a:xfrm>
              <a:off x="4624578" y="4107941"/>
              <a:ext cx="6730365" cy="838200"/>
            </a:xfrm>
            <a:custGeom>
              <a:rect b="b" l="l" r="r" t="t"/>
              <a:pathLst>
                <a:path extrusionOk="0" h="838200" w="6730365">
                  <a:moveTo>
                    <a:pt x="6590283" y="0"/>
                  </a:moveTo>
                  <a:lnTo>
                    <a:pt x="0" y="0"/>
                  </a:lnTo>
                  <a:lnTo>
                    <a:pt x="0" y="838199"/>
                  </a:lnTo>
                  <a:lnTo>
                    <a:pt x="6590283" y="838199"/>
                  </a:lnTo>
                  <a:lnTo>
                    <a:pt x="6634463" y="831083"/>
                  </a:lnTo>
                  <a:lnTo>
                    <a:pt x="6672815" y="811263"/>
                  </a:lnTo>
                  <a:lnTo>
                    <a:pt x="6703047" y="781031"/>
                  </a:lnTo>
                  <a:lnTo>
                    <a:pt x="6722867" y="742679"/>
                  </a:lnTo>
                  <a:lnTo>
                    <a:pt x="6729983" y="698499"/>
                  </a:lnTo>
                  <a:lnTo>
                    <a:pt x="6729983" y="139699"/>
                  </a:lnTo>
                  <a:lnTo>
                    <a:pt x="6722867" y="95520"/>
                  </a:lnTo>
                  <a:lnTo>
                    <a:pt x="6703047" y="57168"/>
                  </a:lnTo>
                  <a:lnTo>
                    <a:pt x="6672815" y="26936"/>
                  </a:lnTo>
                  <a:lnTo>
                    <a:pt x="6634463" y="7116"/>
                  </a:lnTo>
                  <a:lnTo>
                    <a:pt x="6590283" y="0"/>
                  </a:lnTo>
                  <a:close/>
                </a:path>
              </a:pathLst>
            </a:custGeom>
            <a:solidFill>
              <a:srgbClr val="E7E6D1">
                <a:alpha val="898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3" name="Google Shape;93;p2"/>
            <p:cNvSpPr/>
            <p:nvPr/>
          </p:nvSpPr>
          <p:spPr>
            <a:xfrm>
              <a:off x="4624578" y="4107941"/>
              <a:ext cx="6730365" cy="838200"/>
            </a:xfrm>
            <a:custGeom>
              <a:rect b="b" l="l" r="r" t="t"/>
              <a:pathLst>
                <a:path extrusionOk="0" h="838200" w="6730365">
                  <a:moveTo>
                    <a:pt x="6729983" y="139699"/>
                  </a:moveTo>
                  <a:lnTo>
                    <a:pt x="6729983" y="698499"/>
                  </a:lnTo>
                  <a:lnTo>
                    <a:pt x="6722867" y="742679"/>
                  </a:lnTo>
                  <a:lnTo>
                    <a:pt x="6703047" y="781031"/>
                  </a:lnTo>
                  <a:lnTo>
                    <a:pt x="6672815" y="811263"/>
                  </a:lnTo>
                  <a:lnTo>
                    <a:pt x="6634463" y="831083"/>
                  </a:lnTo>
                  <a:lnTo>
                    <a:pt x="6590283" y="838199"/>
                  </a:lnTo>
                  <a:lnTo>
                    <a:pt x="0" y="838199"/>
                  </a:lnTo>
                  <a:lnTo>
                    <a:pt x="0" y="0"/>
                  </a:lnTo>
                  <a:lnTo>
                    <a:pt x="6590283" y="0"/>
                  </a:lnTo>
                  <a:lnTo>
                    <a:pt x="6634463" y="7116"/>
                  </a:lnTo>
                  <a:lnTo>
                    <a:pt x="6672815" y="26936"/>
                  </a:lnTo>
                  <a:lnTo>
                    <a:pt x="6703047" y="57168"/>
                  </a:lnTo>
                  <a:lnTo>
                    <a:pt x="6722867" y="95520"/>
                  </a:lnTo>
                  <a:lnTo>
                    <a:pt x="6729983" y="139699"/>
                  </a:lnTo>
                  <a:close/>
                </a:path>
              </a:pathLst>
            </a:custGeom>
            <a:noFill/>
            <a:ln cap="flat" cmpd="sng" w="25400">
              <a:solidFill>
                <a:srgbClr val="E7E6D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94" name="Google Shape;94;p2"/>
          <p:cNvSpPr txBox="1"/>
          <p:nvPr/>
        </p:nvSpPr>
        <p:spPr>
          <a:xfrm>
            <a:off x="4672710" y="4146296"/>
            <a:ext cx="6219900" cy="917700"/>
          </a:xfrm>
          <a:prstGeom prst="rect">
            <a:avLst/>
          </a:prstGeom>
          <a:noFill/>
          <a:ln>
            <a:noFill/>
          </a:ln>
        </p:spPr>
        <p:txBody>
          <a:bodyPr anchorCtr="0" anchor="t" bIns="0" lIns="0" spcFirstLastPara="1" rIns="0" wrap="square" tIns="32375">
            <a:spAutoFit/>
          </a:bodyPr>
          <a:lstStyle/>
          <a:p>
            <a:pPr indent="-172720" lvl="0" marL="184785" marR="5080" rtl="0" algn="just">
              <a:lnSpc>
                <a:spcPct val="91600"/>
              </a:lnSpc>
              <a:spcBef>
                <a:spcPts val="0"/>
              </a:spcBef>
              <a:spcAft>
                <a:spcPts val="0"/>
              </a:spcAft>
              <a:buSzPts val="1600"/>
              <a:buFont typeface="Rasa"/>
              <a:buChar char="•"/>
            </a:pPr>
            <a:r>
              <a:rPr lang="en-US" sz="1600">
                <a:latin typeface="Arial"/>
                <a:ea typeface="Arial"/>
                <a:cs typeface="Arial"/>
                <a:sym typeface="Arial"/>
              </a:rPr>
              <a:t>Most compact devices focus on limited air quality metrics. By integrating multiple metrics (temperature, pressure, LPG, gas, and smoke levels), our system provides a fuller picture of atmosphere &amp; air quality in a single, small device.</a:t>
            </a:r>
            <a:endParaRPr sz="1600">
              <a:latin typeface="Arial"/>
              <a:ea typeface="Arial"/>
              <a:cs typeface="Arial"/>
              <a:sym typeface="Arial"/>
            </a:endParaRPr>
          </a:p>
        </p:txBody>
      </p:sp>
      <p:grpSp>
        <p:nvGrpSpPr>
          <p:cNvPr id="95" name="Google Shape;95;p2"/>
          <p:cNvGrpSpPr/>
          <p:nvPr/>
        </p:nvGrpSpPr>
        <p:grpSpPr>
          <a:xfrm>
            <a:off x="838961" y="4002785"/>
            <a:ext cx="3785870" cy="1049020"/>
            <a:chOff x="838961" y="4002785"/>
            <a:chExt cx="3785870" cy="1049020"/>
          </a:xfrm>
        </p:grpSpPr>
        <p:sp>
          <p:nvSpPr>
            <p:cNvPr id="96" name="Google Shape;96;p2"/>
            <p:cNvSpPr/>
            <p:nvPr/>
          </p:nvSpPr>
          <p:spPr>
            <a:xfrm>
              <a:off x="838961" y="4002785"/>
              <a:ext cx="3785870" cy="1049020"/>
            </a:xfrm>
            <a:custGeom>
              <a:rect b="b" l="l" r="r" t="t"/>
              <a:pathLst>
                <a:path extrusionOk="0" h="1049020" w="3785870">
                  <a:moveTo>
                    <a:pt x="3610864" y="0"/>
                  </a:moveTo>
                  <a:lnTo>
                    <a:pt x="174751" y="0"/>
                  </a:lnTo>
                  <a:lnTo>
                    <a:pt x="128297" y="6241"/>
                  </a:lnTo>
                  <a:lnTo>
                    <a:pt x="86553" y="23857"/>
                  </a:lnTo>
                  <a:lnTo>
                    <a:pt x="51185" y="51181"/>
                  </a:lnTo>
                  <a:lnTo>
                    <a:pt x="23860" y="86548"/>
                  </a:lnTo>
                  <a:lnTo>
                    <a:pt x="6242" y="128293"/>
                  </a:lnTo>
                  <a:lnTo>
                    <a:pt x="0" y="174751"/>
                  </a:lnTo>
                  <a:lnTo>
                    <a:pt x="0" y="873759"/>
                  </a:lnTo>
                  <a:lnTo>
                    <a:pt x="6242" y="920218"/>
                  </a:lnTo>
                  <a:lnTo>
                    <a:pt x="23860" y="961963"/>
                  </a:lnTo>
                  <a:lnTo>
                    <a:pt x="51185" y="997331"/>
                  </a:lnTo>
                  <a:lnTo>
                    <a:pt x="86553" y="1024654"/>
                  </a:lnTo>
                  <a:lnTo>
                    <a:pt x="128297" y="1042270"/>
                  </a:lnTo>
                  <a:lnTo>
                    <a:pt x="174751" y="1048512"/>
                  </a:lnTo>
                  <a:lnTo>
                    <a:pt x="3610864" y="1048512"/>
                  </a:lnTo>
                  <a:lnTo>
                    <a:pt x="3657322" y="1042270"/>
                  </a:lnTo>
                  <a:lnTo>
                    <a:pt x="3699067" y="1024654"/>
                  </a:lnTo>
                  <a:lnTo>
                    <a:pt x="3734435" y="997331"/>
                  </a:lnTo>
                  <a:lnTo>
                    <a:pt x="3761758" y="961963"/>
                  </a:lnTo>
                  <a:lnTo>
                    <a:pt x="3779374" y="920218"/>
                  </a:lnTo>
                  <a:lnTo>
                    <a:pt x="3785616" y="873759"/>
                  </a:lnTo>
                  <a:lnTo>
                    <a:pt x="3785616" y="174751"/>
                  </a:lnTo>
                  <a:lnTo>
                    <a:pt x="3779374" y="128293"/>
                  </a:lnTo>
                  <a:lnTo>
                    <a:pt x="3761758" y="86548"/>
                  </a:lnTo>
                  <a:lnTo>
                    <a:pt x="3734434" y="51181"/>
                  </a:lnTo>
                  <a:lnTo>
                    <a:pt x="3699067" y="23857"/>
                  </a:lnTo>
                  <a:lnTo>
                    <a:pt x="3657322" y="6241"/>
                  </a:lnTo>
                  <a:lnTo>
                    <a:pt x="3610864" y="0"/>
                  </a:lnTo>
                  <a:close/>
                </a:path>
              </a:pathLst>
            </a:custGeom>
            <a:solidFill>
              <a:srgbClr val="BCB15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7" name="Google Shape;97;p2"/>
            <p:cNvSpPr/>
            <p:nvPr/>
          </p:nvSpPr>
          <p:spPr>
            <a:xfrm>
              <a:off x="838961" y="4002785"/>
              <a:ext cx="3785870" cy="1049020"/>
            </a:xfrm>
            <a:custGeom>
              <a:rect b="b" l="l" r="r" t="t"/>
              <a:pathLst>
                <a:path extrusionOk="0" h="1049020" w="3785870">
                  <a:moveTo>
                    <a:pt x="0" y="174751"/>
                  </a:moveTo>
                  <a:lnTo>
                    <a:pt x="6242" y="128293"/>
                  </a:lnTo>
                  <a:lnTo>
                    <a:pt x="23860" y="86548"/>
                  </a:lnTo>
                  <a:lnTo>
                    <a:pt x="51185" y="51181"/>
                  </a:lnTo>
                  <a:lnTo>
                    <a:pt x="86553" y="23857"/>
                  </a:lnTo>
                  <a:lnTo>
                    <a:pt x="128297" y="6241"/>
                  </a:lnTo>
                  <a:lnTo>
                    <a:pt x="174751" y="0"/>
                  </a:lnTo>
                  <a:lnTo>
                    <a:pt x="3610864" y="0"/>
                  </a:lnTo>
                  <a:lnTo>
                    <a:pt x="3657322" y="6241"/>
                  </a:lnTo>
                  <a:lnTo>
                    <a:pt x="3699067" y="23857"/>
                  </a:lnTo>
                  <a:lnTo>
                    <a:pt x="3734434" y="51181"/>
                  </a:lnTo>
                  <a:lnTo>
                    <a:pt x="3761758" y="86548"/>
                  </a:lnTo>
                  <a:lnTo>
                    <a:pt x="3779374" y="128293"/>
                  </a:lnTo>
                  <a:lnTo>
                    <a:pt x="3785616" y="174751"/>
                  </a:lnTo>
                  <a:lnTo>
                    <a:pt x="3785616" y="873759"/>
                  </a:lnTo>
                  <a:lnTo>
                    <a:pt x="3779374" y="920218"/>
                  </a:lnTo>
                  <a:lnTo>
                    <a:pt x="3761758" y="961963"/>
                  </a:lnTo>
                  <a:lnTo>
                    <a:pt x="3734435" y="997331"/>
                  </a:lnTo>
                  <a:lnTo>
                    <a:pt x="3699067" y="1024654"/>
                  </a:lnTo>
                  <a:lnTo>
                    <a:pt x="3657322" y="1042270"/>
                  </a:lnTo>
                  <a:lnTo>
                    <a:pt x="3610864" y="1048512"/>
                  </a:lnTo>
                  <a:lnTo>
                    <a:pt x="174751" y="1048512"/>
                  </a:lnTo>
                  <a:lnTo>
                    <a:pt x="128297" y="1042270"/>
                  </a:lnTo>
                  <a:lnTo>
                    <a:pt x="86553" y="1024654"/>
                  </a:lnTo>
                  <a:lnTo>
                    <a:pt x="51185" y="997331"/>
                  </a:lnTo>
                  <a:lnTo>
                    <a:pt x="23860" y="961963"/>
                  </a:lnTo>
                  <a:lnTo>
                    <a:pt x="6242" y="920218"/>
                  </a:lnTo>
                  <a:lnTo>
                    <a:pt x="0" y="873759"/>
                  </a:lnTo>
                  <a:lnTo>
                    <a:pt x="0" y="174751"/>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98" name="Google Shape;98;p2"/>
          <p:cNvSpPr txBox="1"/>
          <p:nvPr/>
        </p:nvSpPr>
        <p:spPr>
          <a:xfrm>
            <a:off x="982776" y="4175582"/>
            <a:ext cx="3495600" cy="640800"/>
          </a:xfrm>
          <a:prstGeom prst="rect">
            <a:avLst/>
          </a:prstGeom>
          <a:noFill/>
          <a:ln>
            <a:noFill/>
          </a:ln>
        </p:spPr>
        <p:txBody>
          <a:bodyPr anchorCtr="0" anchor="t" bIns="0" lIns="0" spcFirstLastPara="1" rIns="0" wrap="square" tIns="12700">
            <a:spAutoFit/>
          </a:bodyPr>
          <a:lstStyle/>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Absence of Comprehensive Gas</a:t>
            </a:r>
            <a:endParaRPr sz="2100">
              <a:latin typeface="Arial"/>
              <a:ea typeface="Arial"/>
              <a:cs typeface="Arial"/>
              <a:sym typeface="Arial"/>
            </a:endParaRPr>
          </a:p>
          <a:p>
            <a:pPr indent="0" lvl="0" marL="1270" marR="0" rtl="0" algn="ctr">
              <a:lnSpc>
                <a:spcPct val="115238"/>
              </a:lnSpc>
              <a:spcBef>
                <a:spcPts val="0"/>
              </a:spcBef>
              <a:spcAft>
                <a:spcPts val="0"/>
              </a:spcAft>
              <a:buNone/>
            </a:pPr>
            <a:r>
              <a:rPr b="1" lang="en-US" sz="2100">
                <a:solidFill>
                  <a:srgbClr val="FFFFFF"/>
                </a:solidFill>
                <a:latin typeface="Arial"/>
                <a:ea typeface="Arial"/>
                <a:cs typeface="Arial"/>
                <a:sym typeface="Arial"/>
              </a:rPr>
              <a:t>Monitoring in Small Devices</a:t>
            </a:r>
            <a:endParaRPr sz="2100">
              <a:latin typeface="Arial"/>
              <a:ea typeface="Arial"/>
              <a:cs typeface="Arial"/>
              <a:sym typeface="Arial"/>
            </a:endParaRPr>
          </a:p>
        </p:txBody>
      </p:sp>
      <p:grpSp>
        <p:nvGrpSpPr>
          <p:cNvPr id="99" name="Google Shape;99;p2"/>
          <p:cNvGrpSpPr/>
          <p:nvPr/>
        </p:nvGrpSpPr>
        <p:grpSpPr>
          <a:xfrm>
            <a:off x="4624578" y="5208270"/>
            <a:ext cx="6730365" cy="838200"/>
            <a:chOff x="4624578" y="5208270"/>
            <a:chExt cx="6730365" cy="838200"/>
          </a:xfrm>
        </p:grpSpPr>
        <p:sp>
          <p:nvSpPr>
            <p:cNvPr id="100" name="Google Shape;100;p2"/>
            <p:cNvSpPr/>
            <p:nvPr/>
          </p:nvSpPr>
          <p:spPr>
            <a:xfrm>
              <a:off x="4624578" y="5208270"/>
              <a:ext cx="6730365" cy="838200"/>
            </a:xfrm>
            <a:custGeom>
              <a:rect b="b" l="l" r="r" t="t"/>
              <a:pathLst>
                <a:path extrusionOk="0" h="838200" w="6730365">
                  <a:moveTo>
                    <a:pt x="6590283" y="0"/>
                  </a:moveTo>
                  <a:lnTo>
                    <a:pt x="0" y="0"/>
                  </a:lnTo>
                  <a:lnTo>
                    <a:pt x="0" y="838199"/>
                  </a:lnTo>
                  <a:lnTo>
                    <a:pt x="6590283" y="838199"/>
                  </a:lnTo>
                  <a:lnTo>
                    <a:pt x="6634463" y="831077"/>
                  </a:lnTo>
                  <a:lnTo>
                    <a:pt x="6672815" y="811245"/>
                  </a:lnTo>
                  <a:lnTo>
                    <a:pt x="6703047" y="781004"/>
                  </a:lnTo>
                  <a:lnTo>
                    <a:pt x="6722867" y="742655"/>
                  </a:lnTo>
                  <a:lnTo>
                    <a:pt x="6729983" y="698499"/>
                  </a:lnTo>
                  <a:lnTo>
                    <a:pt x="6729983" y="139699"/>
                  </a:lnTo>
                  <a:lnTo>
                    <a:pt x="6722867" y="95520"/>
                  </a:lnTo>
                  <a:lnTo>
                    <a:pt x="6703047" y="57168"/>
                  </a:lnTo>
                  <a:lnTo>
                    <a:pt x="6672815" y="26936"/>
                  </a:lnTo>
                  <a:lnTo>
                    <a:pt x="6634463" y="7116"/>
                  </a:lnTo>
                  <a:lnTo>
                    <a:pt x="6590283" y="0"/>
                  </a:lnTo>
                  <a:close/>
                </a:path>
              </a:pathLst>
            </a:custGeom>
            <a:solidFill>
              <a:srgbClr val="DEE7D1">
                <a:alpha val="898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1" name="Google Shape;101;p2"/>
            <p:cNvSpPr/>
            <p:nvPr/>
          </p:nvSpPr>
          <p:spPr>
            <a:xfrm>
              <a:off x="4624578" y="5208270"/>
              <a:ext cx="6730365" cy="838200"/>
            </a:xfrm>
            <a:custGeom>
              <a:rect b="b" l="l" r="r" t="t"/>
              <a:pathLst>
                <a:path extrusionOk="0" h="838200" w="6730365">
                  <a:moveTo>
                    <a:pt x="6729983" y="139699"/>
                  </a:moveTo>
                  <a:lnTo>
                    <a:pt x="6729983" y="698499"/>
                  </a:lnTo>
                  <a:lnTo>
                    <a:pt x="6722867" y="742655"/>
                  </a:lnTo>
                  <a:lnTo>
                    <a:pt x="6703047" y="781004"/>
                  </a:lnTo>
                  <a:lnTo>
                    <a:pt x="6672815" y="811245"/>
                  </a:lnTo>
                  <a:lnTo>
                    <a:pt x="6634463" y="831077"/>
                  </a:lnTo>
                  <a:lnTo>
                    <a:pt x="6590283" y="838199"/>
                  </a:lnTo>
                  <a:lnTo>
                    <a:pt x="0" y="838199"/>
                  </a:lnTo>
                  <a:lnTo>
                    <a:pt x="0" y="0"/>
                  </a:lnTo>
                  <a:lnTo>
                    <a:pt x="6590283" y="0"/>
                  </a:lnTo>
                  <a:lnTo>
                    <a:pt x="6634463" y="7116"/>
                  </a:lnTo>
                  <a:lnTo>
                    <a:pt x="6672815" y="26936"/>
                  </a:lnTo>
                  <a:lnTo>
                    <a:pt x="6703047" y="57168"/>
                  </a:lnTo>
                  <a:lnTo>
                    <a:pt x="6722867" y="95520"/>
                  </a:lnTo>
                  <a:lnTo>
                    <a:pt x="6729983" y="139699"/>
                  </a:lnTo>
                  <a:close/>
                </a:path>
              </a:pathLst>
            </a:custGeom>
            <a:noFill/>
            <a:ln cap="flat" cmpd="sng" w="25400">
              <a:solidFill>
                <a:srgbClr val="DEE7D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02" name="Google Shape;102;p2"/>
          <p:cNvSpPr txBox="1"/>
          <p:nvPr/>
        </p:nvSpPr>
        <p:spPr>
          <a:xfrm>
            <a:off x="4672710" y="5246370"/>
            <a:ext cx="6429300" cy="715500"/>
          </a:xfrm>
          <a:prstGeom prst="rect">
            <a:avLst/>
          </a:prstGeom>
          <a:noFill/>
          <a:ln>
            <a:noFill/>
          </a:ln>
        </p:spPr>
        <p:txBody>
          <a:bodyPr anchorCtr="0" anchor="t" bIns="0" lIns="0" spcFirstLastPara="1" rIns="0" wrap="square" tIns="32375">
            <a:spAutoFit/>
          </a:bodyPr>
          <a:lstStyle/>
          <a:p>
            <a:pPr indent="-172720" lvl="0" marL="184785" marR="5080" rtl="0" algn="l">
              <a:lnSpc>
                <a:spcPct val="91600"/>
              </a:lnSpc>
              <a:spcBef>
                <a:spcPts val="0"/>
              </a:spcBef>
              <a:spcAft>
                <a:spcPts val="0"/>
              </a:spcAft>
              <a:buSzPts val="1600"/>
              <a:buFont typeface="Rasa"/>
              <a:buChar char="•"/>
            </a:pPr>
            <a:r>
              <a:rPr lang="en-US" sz="1600">
                <a:latin typeface="Arial"/>
                <a:ea typeface="Arial"/>
                <a:cs typeface="Arial"/>
                <a:sym typeface="Arial"/>
              </a:rPr>
              <a:t>While many air quality monitors exist, few offer seamless IoT integration for remote monitoring. Our system uses Blynk, enabling users to monitor air quality on mobile devices conveniently.</a:t>
            </a:r>
            <a:endParaRPr sz="1600">
              <a:latin typeface="Arial"/>
              <a:ea typeface="Arial"/>
              <a:cs typeface="Arial"/>
              <a:sym typeface="Arial"/>
            </a:endParaRPr>
          </a:p>
        </p:txBody>
      </p:sp>
      <p:grpSp>
        <p:nvGrpSpPr>
          <p:cNvPr id="103" name="Google Shape;103;p2"/>
          <p:cNvGrpSpPr/>
          <p:nvPr/>
        </p:nvGrpSpPr>
        <p:grpSpPr>
          <a:xfrm>
            <a:off x="838961" y="5103114"/>
            <a:ext cx="3785870" cy="1047114"/>
            <a:chOff x="838961" y="5103114"/>
            <a:chExt cx="3785870" cy="1047114"/>
          </a:xfrm>
        </p:grpSpPr>
        <p:sp>
          <p:nvSpPr>
            <p:cNvPr id="104" name="Google Shape;104;p2"/>
            <p:cNvSpPr/>
            <p:nvPr/>
          </p:nvSpPr>
          <p:spPr>
            <a:xfrm>
              <a:off x="838961" y="5103114"/>
              <a:ext cx="3785870" cy="1047114"/>
            </a:xfrm>
            <a:custGeom>
              <a:rect b="b" l="l" r="r" t="t"/>
              <a:pathLst>
                <a:path extrusionOk="0" h="1047114" w="3785870">
                  <a:moveTo>
                    <a:pt x="3611117" y="0"/>
                  </a:moveTo>
                  <a:lnTo>
                    <a:pt x="174497" y="0"/>
                  </a:lnTo>
                  <a:lnTo>
                    <a:pt x="128111" y="6231"/>
                  </a:lnTo>
                  <a:lnTo>
                    <a:pt x="86427" y="23819"/>
                  </a:lnTo>
                  <a:lnTo>
                    <a:pt x="51111" y="51101"/>
                  </a:lnTo>
                  <a:lnTo>
                    <a:pt x="23825" y="86416"/>
                  </a:lnTo>
                  <a:lnTo>
                    <a:pt x="6233" y="128102"/>
                  </a:lnTo>
                  <a:lnTo>
                    <a:pt x="0" y="174498"/>
                  </a:lnTo>
                  <a:lnTo>
                    <a:pt x="0" y="872490"/>
                  </a:lnTo>
                  <a:lnTo>
                    <a:pt x="6233" y="918876"/>
                  </a:lnTo>
                  <a:lnTo>
                    <a:pt x="23825" y="960560"/>
                  </a:lnTo>
                  <a:lnTo>
                    <a:pt x="51111" y="995876"/>
                  </a:lnTo>
                  <a:lnTo>
                    <a:pt x="86427" y="1023162"/>
                  </a:lnTo>
                  <a:lnTo>
                    <a:pt x="128111" y="1040754"/>
                  </a:lnTo>
                  <a:lnTo>
                    <a:pt x="174497" y="1046988"/>
                  </a:lnTo>
                  <a:lnTo>
                    <a:pt x="3611117" y="1046988"/>
                  </a:lnTo>
                  <a:lnTo>
                    <a:pt x="3657513" y="1040754"/>
                  </a:lnTo>
                  <a:lnTo>
                    <a:pt x="3699199" y="1023162"/>
                  </a:lnTo>
                  <a:lnTo>
                    <a:pt x="3734514" y="995876"/>
                  </a:lnTo>
                  <a:lnTo>
                    <a:pt x="3761796" y="960560"/>
                  </a:lnTo>
                  <a:lnTo>
                    <a:pt x="3779384" y="918876"/>
                  </a:lnTo>
                  <a:lnTo>
                    <a:pt x="3785616" y="872490"/>
                  </a:lnTo>
                  <a:lnTo>
                    <a:pt x="3785616" y="174498"/>
                  </a:lnTo>
                  <a:lnTo>
                    <a:pt x="3779384" y="128102"/>
                  </a:lnTo>
                  <a:lnTo>
                    <a:pt x="3761796" y="86416"/>
                  </a:lnTo>
                  <a:lnTo>
                    <a:pt x="3734514" y="51101"/>
                  </a:lnTo>
                  <a:lnTo>
                    <a:pt x="3699199" y="23819"/>
                  </a:lnTo>
                  <a:lnTo>
                    <a:pt x="3657513" y="6231"/>
                  </a:lnTo>
                  <a:lnTo>
                    <a:pt x="3611117" y="0"/>
                  </a:lnTo>
                  <a:close/>
                </a:path>
              </a:pathLst>
            </a:custGeom>
            <a:solidFill>
              <a:srgbClr val="9BBA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5" name="Google Shape;105;p2"/>
            <p:cNvSpPr/>
            <p:nvPr/>
          </p:nvSpPr>
          <p:spPr>
            <a:xfrm>
              <a:off x="838961" y="5103114"/>
              <a:ext cx="3785870" cy="1047114"/>
            </a:xfrm>
            <a:custGeom>
              <a:rect b="b" l="l" r="r" t="t"/>
              <a:pathLst>
                <a:path extrusionOk="0" h="1047114" w="3785870">
                  <a:moveTo>
                    <a:pt x="0" y="174498"/>
                  </a:moveTo>
                  <a:lnTo>
                    <a:pt x="6233" y="128102"/>
                  </a:lnTo>
                  <a:lnTo>
                    <a:pt x="23825" y="86416"/>
                  </a:lnTo>
                  <a:lnTo>
                    <a:pt x="51111" y="51101"/>
                  </a:lnTo>
                  <a:lnTo>
                    <a:pt x="86427" y="23819"/>
                  </a:lnTo>
                  <a:lnTo>
                    <a:pt x="128111" y="6231"/>
                  </a:lnTo>
                  <a:lnTo>
                    <a:pt x="174497" y="0"/>
                  </a:lnTo>
                  <a:lnTo>
                    <a:pt x="3611117" y="0"/>
                  </a:lnTo>
                  <a:lnTo>
                    <a:pt x="3657513" y="6231"/>
                  </a:lnTo>
                  <a:lnTo>
                    <a:pt x="3699199" y="23819"/>
                  </a:lnTo>
                  <a:lnTo>
                    <a:pt x="3734514" y="51101"/>
                  </a:lnTo>
                  <a:lnTo>
                    <a:pt x="3761796" y="86416"/>
                  </a:lnTo>
                  <a:lnTo>
                    <a:pt x="3779384" y="128102"/>
                  </a:lnTo>
                  <a:lnTo>
                    <a:pt x="3785616" y="174498"/>
                  </a:lnTo>
                  <a:lnTo>
                    <a:pt x="3785616" y="872490"/>
                  </a:lnTo>
                  <a:lnTo>
                    <a:pt x="3779384" y="918876"/>
                  </a:lnTo>
                  <a:lnTo>
                    <a:pt x="3761796" y="960560"/>
                  </a:lnTo>
                  <a:lnTo>
                    <a:pt x="3734514" y="995876"/>
                  </a:lnTo>
                  <a:lnTo>
                    <a:pt x="3699199" y="1023162"/>
                  </a:lnTo>
                  <a:lnTo>
                    <a:pt x="3657513" y="1040754"/>
                  </a:lnTo>
                  <a:lnTo>
                    <a:pt x="3611117" y="1046988"/>
                  </a:lnTo>
                  <a:lnTo>
                    <a:pt x="174497" y="1046988"/>
                  </a:lnTo>
                  <a:lnTo>
                    <a:pt x="128111" y="1040754"/>
                  </a:lnTo>
                  <a:lnTo>
                    <a:pt x="86427" y="1023162"/>
                  </a:lnTo>
                  <a:lnTo>
                    <a:pt x="51111" y="995876"/>
                  </a:lnTo>
                  <a:lnTo>
                    <a:pt x="23825" y="960560"/>
                  </a:lnTo>
                  <a:lnTo>
                    <a:pt x="6233" y="918876"/>
                  </a:lnTo>
                  <a:lnTo>
                    <a:pt x="0" y="872490"/>
                  </a:lnTo>
                  <a:lnTo>
                    <a:pt x="0" y="174498"/>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06" name="Google Shape;106;p2"/>
          <p:cNvSpPr txBox="1"/>
          <p:nvPr/>
        </p:nvSpPr>
        <p:spPr>
          <a:xfrm>
            <a:off x="1258569" y="5275529"/>
            <a:ext cx="2947800" cy="640800"/>
          </a:xfrm>
          <a:prstGeom prst="rect">
            <a:avLst/>
          </a:prstGeom>
          <a:noFill/>
          <a:ln>
            <a:noFill/>
          </a:ln>
        </p:spPr>
        <p:txBody>
          <a:bodyPr anchorCtr="0" anchor="t" bIns="0" lIns="0" spcFirstLastPara="1" rIns="0" wrap="square" tIns="12700">
            <a:spAutoFit/>
          </a:bodyPr>
          <a:lstStyle/>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Need for User-Friendly IoT</a:t>
            </a:r>
            <a:endParaRPr sz="2100">
              <a:latin typeface="Arial"/>
              <a:ea typeface="Arial"/>
              <a:cs typeface="Arial"/>
              <a:sym typeface="Arial"/>
            </a:endParaRPr>
          </a:p>
          <a:p>
            <a:pPr indent="0" lvl="0" marL="0" marR="0" rtl="0" algn="ctr">
              <a:lnSpc>
                <a:spcPct val="115238"/>
              </a:lnSpc>
              <a:spcBef>
                <a:spcPts val="0"/>
              </a:spcBef>
              <a:spcAft>
                <a:spcPts val="0"/>
              </a:spcAft>
              <a:buNone/>
            </a:pPr>
            <a:r>
              <a:rPr b="1" lang="en-US" sz="2100">
                <a:solidFill>
                  <a:srgbClr val="FFFFFF"/>
                </a:solidFill>
                <a:latin typeface="Arial"/>
                <a:ea typeface="Arial"/>
                <a:cs typeface="Arial"/>
                <a:sym typeface="Arial"/>
              </a:rPr>
              <a:t>Integration</a:t>
            </a:r>
            <a:endParaRPr sz="21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0" y="0"/>
              <a:ext cx="4815840" cy="2479675"/>
            </a:xfrm>
            <a:custGeom>
              <a:avLst/>
              <a:gdLst/>
              <a:ahLst/>
              <a:cxnLst/>
              <a:rect l="l" t="t" r="r" b="b"/>
              <a:pathLst>
                <a:path w="4815840" h="2479675">
                  <a:moveTo>
                    <a:pt x="4815446" y="3022"/>
                  </a:moveTo>
                  <a:lnTo>
                    <a:pt x="4781943" y="3022"/>
                  </a:lnTo>
                  <a:lnTo>
                    <a:pt x="4774946" y="117322"/>
                  </a:lnTo>
                  <a:lnTo>
                    <a:pt x="4770869" y="142722"/>
                  </a:lnTo>
                  <a:lnTo>
                    <a:pt x="4765891" y="180822"/>
                  </a:lnTo>
                  <a:lnTo>
                    <a:pt x="4760011" y="206222"/>
                  </a:lnTo>
                  <a:lnTo>
                    <a:pt x="4753229" y="231622"/>
                  </a:lnTo>
                  <a:lnTo>
                    <a:pt x="4739906" y="282422"/>
                  </a:lnTo>
                  <a:lnTo>
                    <a:pt x="4724336" y="333222"/>
                  </a:lnTo>
                  <a:lnTo>
                    <a:pt x="4706442" y="371322"/>
                  </a:lnTo>
                  <a:lnTo>
                    <a:pt x="4686198" y="422122"/>
                  </a:lnTo>
                  <a:lnTo>
                    <a:pt x="4681512" y="430009"/>
                  </a:lnTo>
                  <a:lnTo>
                    <a:pt x="4689462" y="405409"/>
                  </a:lnTo>
                  <a:lnTo>
                    <a:pt x="4701006" y="380009"/>
                  </a:lnTo>
                  <a:lnTo>
                    <a:pt x="4711674" y="354609"/>
                  </a:lnTo>
                  <a:lnTo>
                    <a:pt x="4721352" y="316509"/>
                  </a:lnTo>
                  <a:lnTo>
                    <a:pt x="4725708" y="303809"/>
                  </a:lnTo>
                  <a:lnTo>
                    <a:pt x="4729988" y="291109"/>
                  </a:lnTo>
                  <a:lnTo>
                    <a:pt x="4734064" y="278409"/>
                  </a:lnTo>
                  <a:lnTo>
                    <a:pt x="4737862" y="265709"/>
                  </a:lnTo>
                  <a:lnTo>
                    <a:pt x="4745101" y="227609"/>
                  </a:lnTo>
                  <a:lnTo>
                    <a:pt x="4751070" y="202209"/>
                  </a:lnTo>
                  <a:lnTo>
                    <a:pt x="4756543" y="176809"/>
                  </a:lnTo>
                  <a:lnTo>
                    <a:pt x="4761192" y="138709"/>
                  </a:lnTo>
                  <a:lnTo>
                    <a:pt x="4765027" y="113309"/>
                  </a:lnTo>
                  <a:lnTo>
                    <a:pt x="4768088" y="75209"/>
                  </a:lnTo>
                  <a:lnTo>
                    <a:pt x="4771301" y="11709"/>
                  </a:lnTo>
                  <a:lnTo>
                    <a:pt x="4766195" y="11709"/>
                  </a:lnTo>
                  <a:lnTo>
                    <a:pt x="4766729" y="0"/>
                  </a:lnTo>
                  <a:lnTo>
                    <a:pt x="4209300" y="0"/>
                  </a:lnTo>
                  <a:lnTo>
                    <a:pt x="4098048" y="0"/>
                  </a:lnTo>
                  <a:lnTo>
                    <a:pt x="4094988" y="48006"/>
                  </a:lnTo>
                  <a:lnTo>
                    <a:pt x="4088015" y="87718"/>
                  </a:lnTo>
                  <a:lnTo>
                    <a:pt x="4078173" y="126187"/>
                  </a:lnTo>
                  <a:lnTo>
                    <a:pt x="4065422" y="163804"/>
                  </a:lnTo>
                  <a:lnTo>
                    <a:pt x="4049712" y="200926"/>
                  </a:lnTo>
                  <a:lnTo>
                    <a:pt x="4031005" y="237909"/>
                  </a:lnTo>
                  <a:lnTo>
                    <a:pt x="4009263" y="275132"/>
                  </a:lnTo>
                  <a:lnTo>
                    <a:pt x="3984409" y="312953"/>
                  </a:lnTo>
                  <a:lnTo>
                    <a:pt x="3956431" y="351739"/>
                  </a:lnTo>
                  <a:lnTo>
                    <a:pt x="3925278" y="391858"/>
                  </a:lnTo>
                  <a:lnTo>
                    <a:pt x="3890886" y="433666"/>
                  </a:lnTo>
                  <a:lnTo>
                    <a:pt x="3853230" y="477545"/>
                  </a:lnTo>
                  <a:lnTo>
                    <a:pt x="3812260" y="523862"/>
                  </a:lnTo>
                  <a:lnTo>
                    <a:pt x="3767937" y="572960"/>
                  </a:lnTo>
                  <a:lnTo>
                    <a:pt x="3687000" y="661466"/>
                  </a:lnTo>
                  <a:lnTo>
                    <a:pt x="3619525" y="735812"/>
                  </a:lnTo>
                  <a:lnTo>
                    <a:pt x="3585248" y="774217"/>
                  </a:lnTo>
                  <a:lnTo>
                    <a:pt x="3550602" y="813625"/>
                  </a:lnTo>
                  <a:lnTo>
                    <a:pt x="3478238" y="897369"/>
                  </a:lnTo>
                  <a:lnTo>
                    <a:pt x="3440760" y="939279"/>
                  </a:lnTo>
                  <a:lnTo>
                    <a:pt x="3403168" y="979932"/>
                  </a:lnTo>
                  <a:lnTo>
                    <a:pt x="3365449" y="1019352"/>
                  </a:lnTo>
                  <a:lnTo>
                    <a:pt x="3327590" y="1057541"/>
                  </a:lnTo>
                  <a:lnTo>
                    <a:pt x="3289566" y="1094498"/>
                  </a:lnTo>
                  <a:lnTo>
                    <a:pt x="3251390" y="1130249"/>
                  </a:lnTo>
                  <a:lnTo>
                    <a:pt x="3213036" y="1164793"/>
                  </a:lnTo>
                  <a:lnTo>
                    <a:pt x="3174504" y="1198143"/>
                  </a:lnTo>
                  <a:lnTo>
                    <a:pt x="3135769" y="1230299"/>
                  </a:lnTo>
                  <a:lnTo>
                    <a:pt x="3096818" y="1261287"/>
                  </a:lnTo>
                  <a:lnTo>
                    <a:pt x="3057652" y="1291094"/>
                  </a:lnTo>
                  <a:lnTo>
                    <a:pt x="3018256" y="1319758"/>
                  </a:lnTo>
                  <a:lnTo>
                    <a:pt x="2978620" y="1347254"/>
                  </a:lnTo>
                  <a:lnTo>
                    <a:pt x="2938729" y="1373606"/>
                  </a:lnTo>
                  <a:lnTo>
                    <a:pt x="2898571" y="1398841"/>
                  </a:lnTo>
                  <a:lnTo>
                    <a:pt x="2858135" y="1422933"/>
                  </a:lnTo>
                  <a:lnTo>
                    <a:pt x="2817418" y="1445920"/>
                  </a:lnTo>
                  <a:lnTo>
                    <a:pt x="2776397" y="1467789"/>
                  </a:lnTo>
                  <a:lnTo>
                    <a:pt x="2735072" y="1488567"/>
                  </a:lnTo>
                  <a:lnTo>
                    <a:pt x="2692920" y="1508506"/>
                  </a:lnTo>
                  <a:lnTo>
                    <a:pt x="2650172" y="1527429"/>
                  </a:lnTo>
                  <a:lnTo>
                    <a:pt x="2606827" y="1545374"/>
                  </a:lnTo>
                  <a:lnTo>
                    <a:pt x="2562860" y="1562315"/>
                  </a:lnTo>
                  <a:lnTo>
                    <a:pt x="2518257" y="1578267"/>
                  </a:lnTo>
                  <a:lnTo>
                    <a:pt x="2473007" y="1593227"/>
                  </a:lnTo>
                  <a:lnTo>
                    <a:pt x="2427109" y="1607210"/>
                  </a:lnTo>
                  <a:lnTo>
                    <a:pt x="2380551" y="1620215"/>
                  </a:lnTo>
                  <a:lnTo>
                    <a:pt x="2333307" y="1632229"/>
                  </a:lnTo>
                  <a:lnTo>
                    <a:pt x="2285365" y="1643278"/>
                  </a:lnTo>
                  <a:lnTo>
                    <a:pt x="2236724" y="1653349"/>
                  </a:lnTo>
                  <a:lnTo>
                    <a:pt x="2187371" y="1662442"/>
                  </a:lnTo>
                  <a:lnTo>
                    <a:pt x="2137283" y="1670570"/>
                  </a:lnTo>
                  <a:lnTo>
                    <a:pt x="2086457" y="1677733"/>
                  </a:lnTo>
                  <a:lnTo>
                    <a:pt x="2034870" y="1683931"/>
                  </a:lnTo>
                  <a:lnTo>
                    <a:pt x="1982533" y="1689176"/>
                  </a:lnTo>
                  <a:lnTo>
                    <a:pt x="1929409" y="1693456"/>
                  </a:lnTo>
                  <a:lnTo>
                    <a:pt x="1875497" y="1696783"/>
                  </a:lnTo>
                  <a:lnTo>
                    <a:pt x="1820786" y="1699145"/>
                  </a:lnTo>
                  <a:lnTo>
                    <a:pt x="1765261" y="1700568"/>
                  </a:lnTo>
                  <a:lnTo>
                    <a:pt x="1708912" y="1701038"/>
                  </a:lnTo>
                  <a:lnTo>
                    <a:pt x="1657146" y="1700276"/>
                  </a:lnTo>
                  <a:lnTo>
                    <a:pt x="1605864" y="1697977"/>
                  </a:lnTo>
                  <a:lnTo>
                    <a:pt x="1554962" y="1694103"/>
                  </a:lnTo>
                  <a:lnTo>
                    <a:pt x="1504365" y="1688668"/>
                  </a:lnTo>
                  <a:lnTo>
                    <a:pt x="1453984" y="1681619"/>
                  </a:lnTo>
                  <a:lnTo>
                    <a:pt x="1403756" y="1672971"/>
                  </a:lnTo>
                  <a:lnTo>
                    <a:pt x="1353566" y="1662696"/>
                  </a:lnTo>
                  <a:lnTo>
                    <a:pt x="1303350" y="1650771"/>
                  </a:lnTo>
                  <a:lnTo>
                    <a:pt x="1253020" y="1637169"/>
                  </a:lnTo>
                  <a:lnTo>
                    <a:pt x="1202486" y="1621891"/>
                  </a:lnTo>
                  <a:lnTo>
                    <a:pt x="1151674" y="1604924"/>
                  </a:lnTo>
                  <a:lnTo>
                    <a:pt x="1100493" y="1586217"/>
                  </a:lnTo>
                  <a:lnTo>
                    <a:pt x="1048880" y="1565783"/>
                  </a:lnTo>
                  <a:lnTo>
                    <a:pt x="1005611" y="1547495"/>
                  </a:lnTo>
                  <a:lnTo>
                    <a:pt x="962367" y="1528229"/>
                  </a:lnTo>
                  <a:lnTo>
                    <a:pt x="919086" y="1508010"/>
                  </a:lnTo>
                  <a:lnTo>
                    <a:pt x="875753" y="1486890"/>
                  </a:lnTo>
                  <a:lnTo>
                    <a:pt x="832307" y="1464881"/>
                  </a:lnTo>
                  <a:lnTo>
                    <a:pt x="788708" y="1442046"/>
                  </a:lnTo>
                  <a:lnTo>
                    <a:pt x="744931" y="1418399"/>
                  </a:lnTo>
                  <a:lnTo>
                    <a:pt x="700938" y="1393977"/>
                  </a:lnTo>
                  <a:lnTo>
                    <a:pt x="656666" y="1368818"/>
                  </a:lnTo>
                  <a:lnTo>
                    <a:pt x="612101" y="1342961"/>
                  </a:lnTo>
                  <a:lnTo>
                    <a:pt x="521881" y="1289278"/>
                  </a:lnTo>
                  <a:lnTo>
                    <a:pt x="0" y="967384"/>
                  </a:lnTo>
                  <a:lnTo>
                    <a:pt x="0" y="1079639"/>
                  </a:lnTo>
                  <a:lnTo>
                    <a:pt x="0" y="1933422"/>
                  </a:lnTo>
                  <a:lnTo>
                    <a:pt x="31635" y="1958822"/>
                  </a:lnTo>
                  <a:lnTo>
                    <a:pt x="114350" y="2009622"/>
                  </a:lnTo>
                  <a:lnTo>
                    <a:pt x="198907" y="2060422"/>
                  </a:lnTo>
                  <a:lnTo>
                    <a:pt x="285496" y="2111222"/>
                  </a:lnTo>
                  <a:lnTo>
                    <a:pt x="329476" y="2123922"/>
                  </a:lnTo>
                  <a:lnTo>
                    <a:pt x="419061" y="2174722"/>
                  </a:lnTo>
                  <a:lnTo>
                    <a:pt x="511225" y="2225522"/>
                  </a:lnTo>
                  <a:lnTo>
                    <a:pt x="558292" y="2238222"/>
                  </a:lnTo>
                  <a:lnTo>
                    <a:pt x="605929" y="2263622"/>
                  </a:lnTo>
                  <a:lnTo>
                    <a:pt x="654164" y="2276322"/>
                  </a:lnTo>
                  <a:lnTo>
                    <a:pt x="702995" y="2301722"/>
                  </a:lnTo>
                  <a:lnTo>
                    <a:pt x="752475" y="2314422"/>
                  </a:lnTo>
                  <a:lnTo>
                    <a:pt x="802614" y="2339822"/>
                  </a:lnTo>
                  <a:lnTo>
                    <a:pt x="849325" y="2352522"/>
                  </a:lnTo>
                  <a:lnTo>
                    <a:pt x="1239227" y="2454122"/>
                  </a:lnTo>
                  <a:lnTo>
                    <a:pt x="1289418" y="2454122"/>
                  </a:lnTo>
                  <a:lnTo>
                    <a:pt x="1339824" y="2466822"/>
                  </a:lnTo>
                  <a:lnTo>
                    <a:pt x="1390383" y="2466822"/>
                  </a:lnTo>
                  <a:lnTo>
                    <a:pt x="1441069" y="2479522"/>
                  </a:lnTo>
                  <a:lnTo>
                    <a:pt x="2010143" y="2479522"/>
                  </a:lnTo>
                  <a:lnTo>
                    <a:pt x="2050288" y="2466822"/>
                  </a:lnTo>
                  <a:lnTo>
                    <a:pt x="2143861" y="2466822"/>
                  </a:lnTo>
                  <a:lnTo>
                    <a:pt x="2197277" y="2454122"/>
                  </a:lnTo>
                  <a:lnTo>
                    <a:pt x="2250630" y="2454122"/>
                  </a:lnTo>
                  <a:lnTo>
                    <a:pt x="2357043" y="2428722"/>
                  </a:lnTo>
                  <a:lnTo>
                    <a:pt x="2410079" y="2428722"/>
                  </a:lnTo>
                  <a:lnTo>
                    <a:pt x="2722499" y="2352522"/>
                  </a:lnTo>
                  <a:lnTo>
                    <a:pt x="2773324" y="2327122"/>
                  </a:lnTo>
                  <a:lnTo>
                    <a:pt x="2873514" y="2301722"/>
                  </a:lnTo>
                  <a:lnTo>
                    <a:pt x="2922816" y="2276322"/>
                  </a:lnTo>
                  <a:lnTo>
                    <a:pt x="2971546" y="2263622"/>
                  </a:lnTo>
                  <a:lnTo>
                    <a:pt x="3066973" y="2212822"/>
                  </a:lnTo>
                  <a:lnTo>
                    <a:pt x="3113595" y="2200122"/>
                  </a:lnTo>
                  <a:lnTo>
                    <a:pt x="3204603" y="2149322"/>
                  </a:lnTo>
                  <a:lnTo>
                    <a:pt x="3248901" y="2123922"/>
                  </a:lnTo>
                  <a:lnTo>
                    <a:pt x="3292348" y="2098522"/>
                  </a:lnTo>
                  <a:lnTo>
                    <a:pt x="3338855" y="2073122"/>
                  </a:lnTo>
                  <a:lnTo>
                    <a:pt x="3384308" y="2035022"/>
                  </a:lnTo>
                  <a:lnTo>
                    <a:pt x="3428746" y="2009622"/>
                  </a:lnTo>
                  <a:lnTo>
                    <a:pt x="3472154" y="1971522"/>
                  </a:lnTo>
                  <a:lnTo>
                    <a:pt x="3514560" y="1946122"/>
                  </a:lnTo>
                  <a:lnTo>
                    <a:pt x="3555974" y="1908022"/>
                  </a:lnTo>
                  <a:lnTo>
                    <a:pt x="3596398" y="1882622"/>
                  </a:lnTo>
                  <a:lnTo>
                    <a:pt x="3635845" y="1844522"/>
                  </a:lnTo>
                  <a:lnTo>
                    <a:pt x="3674351" y="1806422"/>
                  </a:lnTo>
                  <a:lnTo>
                    <a:pt x="3711905" y="1781022"/>
                  </a:lnTo>
                  <a:lnTo>
                    <a:pt x="3748532" y="1742922"/>
                  </a:lnTo>
                  <a:lnTo>
                    <a:pt x="3787597" y="1704822"/>
                  </a:lnTo>
                  <a:lnTo>
                    <a:pt x="3825621" y="1666722"/>
                  </a:lnTo>
                  <a:lnTo>
                    <a:pt x="3862654" y="1615922"/>
                  </a:lnTo>
                  <a:lnTo>
                    <a:pt x="3898785" y="1577822"/>
                  </a:lnTo>
                  <a:lnTo>
                    <a:pt x="3934079" y="1539722"/>
                  </a:lnTo>
                  <a:lnTo>
                    <a:pt x="3968521" y="1501622"/>
                  </a:lnTo>
                  <a:lnTo>
                    <a:pt x="4002100" y="1450822"/>
                  </a:lnTo>
                  <a:lnTo>
                    <a:pt x="4034853" y="1412722"/>
                  </a:lnTo>
                  <a:lnTo>
                    <a:pt x="4066806" y="1374622"/>
                  </a:lnTo>
                  <a:lnTo>
                    <a:pt x="4098036" y="1323822"/>
                  </a:lnTo>
                  <a:lnTo>
                    <a:pt x="4117390" y="1298422"/>
                  </a:lnTo>
                  <a:lnTo>
                    <a:pt x="4155198" y="1247622"/>
                  </a:lnTo>
                  <a:lnTo>
                    <a:pt x="4194010" y="1196822"/>
                  </a:lnTo>
                  <a:lnTo>
                    <a:pt x="4233735" y="1146022"/>
                  </a:lnTo>
                  <a:lnTo>
                    <a:pt x="4440313" y="892022"/>
                  </a:lnTo>
                  <a:lnTo>
                    <a:pt x="4460722" y="866622"/>
                  </a:lnTo>
                  <a:lnTo>
                    <a:pt x="4480928" y="828522"/>
                  </a:lnTo>
                  <a:lnTo>
                    <a:pt x="4520704" y="777722"/>
                  </a:lnTo>
                  <a:lnTo>
                    <a:pt x="4540313" y="752322"/>
                  </a:lnTo>
                  <a:lnTo>
                    <a:pt x="4559528" y="726922"/>
                  </a:lnTo>
                  <a:lnTo>
                    <a:pt x="4578223" y="701522"/>
                  </a:lnTo>
                  <a:lnTo>
                    <a:pt x="4607115" y="663422"/>
                  </a:lnTo>
                  <a:lnTo>
                    <a:pt x="4634814" y="612622"/>
                  </a:lnTo>
                  <a:lnTo>
                    <a:pt x="4661078" y="574522"/>
                  </a:lnTo>
                  <a:lnTo>
                    <a:pt x="4685639" y="523722"/>
                  </a:lnTo>
                  <a:lnTo>
                    <a:pt x="4708271" y="472922"/>
                  </a:lnTo>
                  <a:lnTo>
                    <a:pt x="4729086" y="434822"/>
                  </a:lnTo>
                  <a:lnTo>
                    <a:pt x="4747679" y="384022"/>
                  </a:lnTo>
                  <a:lnTo>
                    <a:pt x="4764062" y="333222"/>
                  </a:lnTo>
                  <a:lnTo>
                    <a:pt x="4778260" y="282422"/>
                  </a:lnTo>
                  <a:lnTo>
                    <a:pt x="4790313" y="244322"/>
                  </a:lnTo>
                  <a:lnTo>
                    <a:pt x="4796434" y="206222"/>
                  </a:lnTo>
                  <a:lnTo>
                    <a:pt x="4801692" y="180822"/>
                  </a:lnTo>
                  <a:lnTo>
                    <a:pt x="4806112" y="142722"/>
                  </a:lnTo>
                  <a:lnTo>
                    <a:pt x="4809744" y="117322"/>
                  </a:lnTo>
                  <a:lnTo>
                    <a:pt x="4815446" y="3022"/>
                  </a:lnTo>
                  <a:close/>
                </a:path>
              </a:pathLst>
            </a:custGeom>
            <a:solidFill>
              <a:srgbClr val="FFFFFF">
                <a:alpha val="30195"/>
              </a:srgbClr>
            </a:solidFill>
          </p:spPr>
          <p:txBody>
            <a:bodyPr wrap="square" lIns="0" tIns="0" rIns="0" bIns="0" rtlCol="0"/>
            <a:lstStyle/>
            <a:p>
              <a:endParaRPr/>
            </a:p>
          </p:txBody>
        </p:sp>
      </p:grpSp>
      <p:sp>
        <p:nvSpPr>
          <p:cNvPr id="5" name="object 5"/>
          <p:cNvSpPr txBox="1">
            <a:spLocks noGrp="1"/>
          </p:cNvSpPr>
          <p:nvPr>
            <p:ph type="title"/>
          </p:nvPr>
        </p:nvSpPr>
        <p:spPr>
          <a:xfrm>
            <a:off x="4012184" y="1358849"/>
            <a:ext cx="4170679"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1F487C"/>
                </a:solidFill>
              </a:rPr>
              <a:t>PROBLEM</a:t>
            </a:r>
            <a:r>
              <a:rPr sz="3600" spc="-150" dirty="0">
                <a:solidFill>
                  <a:srgbClr val="1F487C"/>
                </a:solidFill>
              </a:rPr>
              <a:t> </a:t>
            </a:r>
            <a:r>
              <a:rPr sz="3600" spc="-50" dirty="0">
                <a:solidFill>
                  <a:srgbClr val="1F487C"/>
                </a:solidFill>
              </a:rPr>
              <a:t>STATEMENT</a:t>
            </a:r>
            <a:endParaRPr sz="3600"/>
          </a:p>
        </p:txBody>
      </p:sp>
      <p:sp>
        <p:nvSpPr>
          <p:cNvPr id="6" name="object 6"/>
          <p:cNvSpPr txBox="1"/>
          <p:nvPr/>
        </p:nvSpPr>
        <p:spPr>
          <a:xfrm>
            <a:off x="994663" y="2847594"/>
            <a:ext cx="10202545" cy="1703070"/>
          </a:xfrm>
          <a:prstGeom prst="rect">
            <a:avLst/>
          </a:prstGeom>
        </p:spPr>
        <p:txBody>
          <a:bodyPr vert="horz" wrap="square" lIns="0" tIns="43180" rIns="0" bIns="0" rtlCol="0">
            <a:spAutoFit/>
          </a:bodyPr>
          <a:lstStyle/>
          <a:p>
            <a:pPr marL="12065" marR="5080" algn="ctr">
              <a:lnSpc>
                <a:spcPct val="90000"/>
              </a:lnSpc>
              <a:spcBef>
                <a:spcPts val="340"/>
              </a:spcBef>
            </a:pPr>
            <a:r>
              <a:rPr sz="2000" i="1" dirty="0">
                <a:solidFill>
                  <a:srgbClr val="1F487C"/>
                </a:solidFill>
                <a:latin typeface="Carlito"/>
                <a:cs typeface="Carlito"/>
              </a:rPr>
              <a:t>Air</a:t>
            </a:r>
            <a:r>
              <a:rPr sz="2000" i="1" spc="-30" dirty="0">
                <a:solidFill>
                  <a:srgbClr val="1F487C"/>
                </a:solidFill>
                <a:latin typeface="Carlito"/>
                <a:cs typeface="Carlito"/>
              </a:rPr>
              <a:t> </a:t>
            </a:r>
            <a:r>
              <a:rPr sz="2000" i="1" dirty="0">
                <a:solidFill>
                  <a:srgbClr val="1F487C"/>
                </a:solidFill>
                <a:latin typeface="Carlito"/>
                <a:cs typeface="Carlito"/>
              </a:rPr>
              <a:t>pollution</a:t>
            </a:r>
            <a:r>
              <a:rPr sz="2000" i="1" spc="-30" dirty="0">
                <a:solidFill>
                  <a:srgbClr val="1F487C"/>
                </a:solidFill>
                <a:latin typeface="Carlito"/>
                <a:cs typeface="Carlito"/>
              </a:rPr>
              <a:t> </a:t>
            </a:r>
            <a:r>
              <a:rPr sz="2000" i="1" dirty="0">
                <a:solidFill>
                  <a:srgbClr val="1F487C"/>
                </a:solidFill>
                <a:latin typeface="Carlito"/>
                <a:cs typeface="Carlito"/>
              </a:rPr>
              <a:t>and</a:t>
            </a:r>
            <a:r>
              <a:rPr sz="2000" i="1" spc="-55" dirty="0">
                <a:solidFill>
                  <a:srgbClr val="1F487C"/>
                </a:solidFill>
                <a:latin typeface="Carlito"/>
                <a:cs typeface="Carlito"/>
              </a:rPr>
              <a:t> </a:t>
            </a:r>
            <a:r>
              <a:rPr sz="2000" i="1" dirty="0">
                <a:solidFill>
                  <a:srgbClr val="1F487C"/>
                </a:solidFill>
                <a:latin typeface="Carlito"/>
                <a:cs typeface="Carlito"/>
              </a:rPr>
              <a:t>poor</a:t>
            </a:r>
            <a:r>
              <a:rPr sz="2000" i="1" spc="-50" dirty="0">
                <a:solidFill>
                  <a:srgbClr val="1F487C"/>
                </a:solidFill>
                <a:latin typeface="Carlito"/>
                <a:cs typeface="Carlito"/>
              </a:rPr>
              <a:t> </a:t>
            </a:r>
            <a:r>
              <a:rPr sz="2000" i="1" dirty="0">
                <a:solidFill>
                  <a:srgbClr val="1F487C"/>
                </a:solidFill>
                <a:latin typeface="Carlito"/>
                <a:cs typeface="Carlito"/>
              </a:rPr>
              <a:t>indoor</a:t>
            </a:r>
            <a:r>
              <a:rPr sz="2000" i="1" spc="-55" dirty="0">
                <a:solidFill>
                  <a:srgbClr val="1F487C"/>
                </a:solidFill>
                <a:latin typeface="Carlito"/>
                <a:cs typeface="Carlito"/>
              </a:rPr>
              <a:t> </a:t>
            </a:r>
            <a:r>
              <a:rPr sz="2000" i="1" dirty="0">
                <a:solidFill>
                  <a:srgbClr val="1F487C"/>
                </a:solidFill>
                <a:latin typeface="Carlito"/>
                <a:cs typeface="Carlito"/>
              </a:rPr>
              <a:t>air</a:t>
            </a:r>
            <a:r>
              <a:rPr sz="2000" i="1" spc="-30" dirty="0">
                <a:solidFill>
                  <a:srgbClr val="1F487C"/>
                </a:solidFill>
                <a:latin typeface="Carlito"/>
                <a:cs typeface="Carlito"/>
              </a:rPr>
              <a:t> </a:t>
            </a:r>
            <a:r>
              <a:rPr sz="2000" i="1" dirty="0">
                <a:solidFill>
                  <a:srgbClr val="1F487C"/>
                </a:solidFill>
                <a:latin typeface="Carlito"/>
                <a:cs typeface="Carlito"/>
              </a:rPr>
              <a:t>quality</a:t>
            </a:r>
            <a:r>
              <a:rPr sz="2000" i="1" spc="-30" dirty="0">
                <a:solidFill>
                  <a:srgbClr val="1F487C"/>
                </a:solidFill>
                <a:latin typeface="Carlito"/>
                <a:cs typeface="Carlito"/>
              </a:rPr>
              <a:t> </a:t>
            </a:r>
            <a:r>
              <a:rPr sz="2000" i="1" dirty="0">
                <a:solidFill>
                  <a:srgbClr val="1F487C"/>
                </a:solidFill>
                <a:latin typeface="Carlito"/>
                <a:cs typeface="Carlito"/>
              </a:rPr>
              <a:t>pose</a:t>
            </a:r>
            <a:r>
              <a:rPr sz="2000" i="1" spc="-55" dirty="0">
                <a:solidFill>
                  <a:srgbClr val="1F487C"/>
                </a:solidFill>
                <a:latin typeface="Carlito"/>
                <a:cs typeface="Carlito"/>
              </a:rPr>
              <a:t> </a:t>
            </a:r>
            <a:r>
              <a:rPr sz="2000" i="1" dirty="0">
                <a:solidFill>
                  <a:srgbClr val="1F487C"/>
                </a:solidFill>
                <a:latin typeface="Carlito"/>
                <a:cs typeface="Carlito"/>
              </a:rPr>
              <a:t>significant</a:t>
            </a:r>
            <a:r>
              <a:rPr sz="2000" i="1" spc="-30" dirty="0">
                <a:solidFill>
                  <a:srgbClr val="1F487C"/>
                </a:solidFill>
                <a:latin typeface="Carlito"/>
                <a:cs typeface="Carlito"/>
              </a:rPr>
              <a:t> </a:t>
            </a:r>
            <a:r>
              <a:rPr sz="2000" i="1" dirty="0">
                <a:solidFill>
                  <a:srgbClr val="1F487C"/>
                </a:solidFill>
                <a:latin typeface="Carlito"/>
                <a:cs typeface="Carlito"/>
              </a:rPr>
              <a:t>health</a:t>
            </a:r>
            <a:r>
              <a:rPr sz="2000" i="1" spc="-50" dirty="0">
                <a:solidFill>
                  <a:srgbClr val="1F487C"/>
                </a:solidFill>
                <a:latin typeface="Carlito"/>
                <a:cs typeface="Carlito"/>
              </a:rPr>
              <a:t> </a:t>
            </a:r>
            <a:r>
              <a:rPr sz="2000" i="1" dirty="0">
                <a:solidFill>
                  <a:srgbClr val="1F487C"/>
                </a:solidFill>
                <a:latin typeface="Carlito"/>
                <a:cs typeface="Carlito"/>
              </a:rPr>
              <a:t>risks,</a:t>
            </a:r>
            <a:r>
              <a:rPr sz="2000" i="1" spc="-25" dirty="0">
                <a:solidFill>
                  <a:srgbClr val="1F487C"/>
                </a:solidFill>
                <a:latin typeface="Carlito"/>
                <a:cs typeface="Carlito"/>
              </a:rPr>
              <a:t> </a:t>
            </a:r>
            <a:r>
              <a:rPr sz="2000" i="1" dirty="0">
                <a:solidFill>
                  <a:srgbClr val="1F487C"/>
                </a:solidFill>
                <a:latin typeface="Carlito"/>
                <a:cs typeface="Carlito"/>
              </a:rPr>
              <a:t>yet</a:t>
            </a:r>
            <a:r>
              <a:rPr sz="2000" i="1" spc="-45" dirty="0">
                <a:solidFill>
                  <a:srgbClr val="1F487C"/>
                </a:solidFill>
                <a:latin typeface="Carlito"/>
                <a:cs typeface="Carlito"/>
              </a:rPr>
              <a:t> </a:t>
            </a:r>
            <a:r>
              <a:rPr sz="2000" i="1" dirty="0">
                <a:solidFill>
                  <a:srgbClr val="1F487C"/>
                </a:solidFill>
                <a:latin typeface="Carlito"/>
                <a:cs typeface="Carlito"/>
              </a:rPr>
              <a:t>accessible,</a:t>
            </a:r>
            <a:r>
              <a:rPr sz="2000" i="1" spc="-60" dirty="0">
                <a:solidFill>
                  <a:srgbClr val="1F487C"/>
                </a:solidFill>
                <a:latin typeface="Carlito"/>
                <a:cs typeface="Carlito"/>
              </a:rPr>
              <a:t> </a:t>
            </a:r>
            <a:r>
              <a:rPr sz="2000" i="1" dirty="0">
                <a:solidFill>
                  <a:srgbClr val="1F487C"/>
                </a:solidFill>
                <a:latin typeface="Carlito"/>
                <a:cs typeface="Carlito"/>
              </a:rPr>
              <a:t>affordable,</a:t>
            </a:r>
            <a:r>
              <a:rPr sz="2000" i="1" spc="-60" dirty="0">
                <a:solidFill>
                  <a:srgbClr val="1F487C"/>
                </a:solidFill>
                <a:latin typeface="Carlito"/>
                <a:cs typeface="Carlito"/>
              </a:rPr>
              <a:t> </a:t>
            </a:r>
            <a:r>
              <a:rPr sz="2000" i="1" spc="-25" dirty="0">
                <a:solidFill>
                  <a:srgbClr val="1F487C"/>
                </a:solidFill>
                <a:latin typeface="Carlito"/>
                <a:cs typeface="Carlito"/>
              </a:rPr>
              <a:t>and </a:t>
            </a:r>
            <a:r>
              <a:rPr sz="2000" i="1" dirty="0">
                <a:solidFill>
                  <a:srgbClr val="1F487C"/>
                </a:solidFill>
                <a:latin typeface="Carlito"/>
                <a:cs typeface="Carlito"/>
              </a:rPr>
              <a:t>comprehensive</a:t>
            </a:r>
            <a:r>
              <a:rPr sz="2000" i="1" spc="-85" dirty="0">
                <a:solidFill>
                  <a:srgbClr val="1F487C"/>
                </a:solidFill>
                <a:latin typeface="Carlito"/>
                <a:cs typeface="Carlito"/>
              </a:rPr>
              <a:t> </a:t>
            </a:r>
            <a:r>
              <a:rPr sz="2000" i="1" dirty="0">
                <a:solidFill>
                  <a:srgbClr val="1F487C"/>
                </a:solidFill>
                <a:latin typeface="Carlito"/>
                <a:cs typeface="Carlito"/>
              </a:rPr>
              <a:t>monitoring</a:t>
            </a:r>
            <a:r>
              <a:rPr sz="2000" i="1" spc="-65" dirty="0">
                <a:solidFill>
                  <a:srgbClr val="1F487C"/>
                </a:solidFill>
                <a:latin typeface="Carlito"/>
                <a:cs typeface="Carlito"/>
              </a:rPr>
              <a:t> </a:t>
            </a:r>
            <a:r>
              <a:rPr sz="2000" i="1" dirty="0">
                <a:solidFill>
                  <a:srgbClr val="1F487C"/>
                </a:solidFill>
                <a:latin typeface="Carlito"/>
                <a:cs typeface="Carlito"/>
              </a:rPr>
              <a:t>solutions</a:t>
            </a:r>
            <a:r>
              <a:rPr sz="2000" i="1" spc="-65" dirty="0">
                <a:solidFill>
                  <a:srgbClr val="1F487C"/>
                </a:solidFill>
                <a:latin typeface="Carlito"/>
                <a:cs typeface="Carlito"/>
              </a:rPr>
              <a:t> </a:t>
            </a:r>
            <a:r>
              <a:rPr sz="2000" i="1" dirty="0">
                <a:solidFill>
                  <a:srgbClr val="1F487C"/>
                </a:solidFill>
                <a:latin typeface="Carlito"/>
                <a:cs typeface="Carlito"/>
              </a:rPr>
              <a:t>are</a:t>
            </a:r>
            <a:r>
              <a:rPr sz="2000" i="1" spc="-60" dirty="0">
                <a:solidFill>
                  <a:srgbClr val="1F487C"/>
                </a:solidFill>
                <a:latin typeface="Carlito"/>
                <a:cs typeface="Carlito"/>
              </a:rPr>
              <a:t> </a:t>
            </a:r>
            <a:r>
              <a:rPr sz="2000" i="1" dirty="0">
                <a:solidFill>
                  <a:srgbClr val="1F487C"/>
                </a:solidFill>
                <a:latin typeface="Carlito"/>
                <a:cs typeface="Carlito"/>
              </a:rPr>
              <a:t>limited.</a:t>
            </a:r>
            <a:r>
              <a:rPr sz="2000" i="1" spc="-45" dirty="0">
                <a:solidFill>
                  <a:srgbClr val="1F487C"/>
                </a:solidFill>
                <a:latin typeface="Carlito"/>
                <a:cs typeface="Carlito"/>
              </a:rPr>
              <a:t> </a:t>
            </a:r>
            <a:r>
              <a:rPr sz="2000" i="1" dirty="0">
                <a:solidFill>
                  <a:srgbClr val="1F487C"/>
                </a:solidFill>
                <a:latin typeface="Carlito"/>
                <a:cs typeface="Carlito"/>
              </a:rPr>
              <a:t>Current</a:t>
            </a:r>
            <a:r>
              <a:rPr sz="2000" i="1" spc="-40" dirty="0">
                <a:solidFill>
                  <a:srgbClr val="1F487C"/>
                </a:solidFill>
                <a:latin typeface="Carlito"/>
                <a:cs typeface="Carlito"/>
              </a:rPr>
              <a:t> </a:t>
            </a:r>
            <a:r>
              <a:rPr sz="2000" i="1" spc="-10" dirty="0">
                <a:solidFill>
                  <a:srgbClr val="1F487C"/>
                </a:solidFill>
                <a:latin typeface="Carlito"/>
                <a:cs typeface="Carlito"/>
              </a:rPr>
              <a:t>systems</a:t>
            </a:r>
            <a:r>
              <a:rPr sz="2000" i="1" spc="-60" dirty="0">
                <a:solidFill>
                  <a:srgbClr val="1F487C"/>
                </a:solidFill>
                <a:latin typeface="Carlito"/>
                <a:cs typeface="Carlito"/>
              </a:rPr>
              <a:t> </a:t>
            </a:r>
            <a:r>
              <a:rPr sz="2000" i="1" dirty="0">
                <a:solidFill>
                  <a:srgbClr val="1F487C"/>
                </a:solidFill>
                <a:latin typeface="Carlito"/>
                <a:cs typeface="Carlito"/>
              </a:rPr>
              <a:t>often</a:t>
            </a:r>
            <a:r>
              <a:rPr sz="2000" i="1" spc="-65" dirty="0">
                <a:solidFill>
                  <a:srgbClr val="1F487C"/>
                </a:solidFill>
                <a:latin typeface="Carlito"/>
                <a:cs typeface="Carlito"/>
              </a:rPr>
              <a:t> </a:t>
            </a:r>
            <a:r>
              <a:rPr sz="2000" i="1" dirty="0">
                <a:solidFill>
                  <a:srgbClr val="1F487C"/>
                </a:solidFill>
                <a:latin typeface="Carlito"/>
                <a:cs typeface="Carlito"/>
              </a:rPr>
              <a:t>lack</a:t>
            </a:r>
            <a:r>
              <a:rPr sz="2000" i="1" spc="-40" dirty="0">
                <a:solidFill>
                  <a:srgbClr val="1F487C"/>
                </a:solidFill>
                <a:latin typeface="Carlito"/>
                <a:cs typeface="Carlito"/>
              </a:rPr>
              <a:t> </a:t>
            </a:r>
            <a:r>
              <a:rPr sz="2000" i="1" dirty="0">
                <a:solidFill>
                  <a:srgbClr val="1F487C"/>
                </a:solidFill>
                <a:latin typeface="Carlito"/>
                <a:cs typeface="Carlito"/>
              </a:rPr>
              <a:t>real-time</a:t>
            </a:r>
            <a:r>
              <a:rPr sz="2000" i="1" spc="-60" dirty="0">
                <a:solidFill>
                  <a:srgbClr val="1F487C"/>
                </a:solidFill>
                <a:latin typeface="Carlito"/>
                <a:cs typeface="Carlito"/>
              </a:rPr>
              <a:t> </a:t>
            </a:r>
            <a:r>
              <a:rPr sz="2000" i="1" spc="-20" dirty="0">
                <a:solidFill>
                  <a:srgbClr val="1F487C"/>
                </a:solidFill>
                <a:latin typeface="Carlito"/>
                <a:cs typeface="Carlito"/>
              </a:rPr>
              <a:t>data </a:t>
            </a:r>
            <a:r>
              <a:rPr sz="2000" i="1" spc="-10" dirty="0">
                <a:solidFill>
                  <a:srgbClr val="1F487C"/>
                </a:solidFill>
                <a:latin typeface="Carlito"/>
                <a:cs typeface="Carlito"/>
              </a:rPr>
              <a:t>accessibility,</a:t>
            </a:r>
            <a:r>
              <a:rPr sz="2000" i="1" spc="-45" dirty="0">
                <a:solidFill>
                  <a:srgbClr val="1F487C"/>
                </a:solidFill>
                <a:latin typeface="Carlito"/>
                <a:cs typeface="Carlito"/>
              </a:rPr>
              <a:t> </a:t>
            </a:r>
            <a:r>
              <a:rPr sz="2000" i="1" dirty="0">
                <a:solidFill>
                  <a:srgbClr val="1F487C"/>
                </a:solidFill>
                <a:latin typeface="Carlito"/>
                <a:cs typeface="Carlito"/>
              </a:rPr>
              <a:t>reliable</a:t>
            </a:r>
            <a:r>
              <a:rPr sz="2000" i="1" spc="-45" dirty="0">
                <a:solidFill>
                  <a:srgbClr val="1F487C"/>
                </a:solidFill>
                <a:latin typeface="Carlito"/>
                <a:cs typeface="Carlito"/>
              </a:rPr>
              <a:t> </a:t>
            </a:r>
            <a:r>
              <a:rPr sz="2000" i="1" dirty="0">
                <a:solidFill>
                  <a:srgbClr val="1F487C"/>
                </a:solidFill>
                <a:latin typeface="Carlito"/>
                <a:cs typeface="Carlito"/>
              </a:rPr>
              <a:t>storage</a:t>
            </a:r>
            <a:r>
              <a:rPr sz="2000" i="1" spc="-70" dirty="0">
                <a:solidFill>
                  <a:srgbClr val="1F487C"/>
                </a:solidFill>
                <a:latin typeface="Carlito"/>
                <a:cs typeface="Carlito"/>
              </a:rPr>
              <a:t> </a:t>
            </a:r>
            <a:r>
              <a:rPr sz="2000" i="1" dirty="0">
                <a:solidFill>
                  <a:srgbClr val="1F487C"/>
                </a:solidFill>
                <a:latin typeface="Carlito"/>
                <a:cs typeface="Carlito"/>
              </a:rPr>
              <a:t>for</a:t>
            </a:r>
            <a:r>
              <a:rPr sz="2000" i="1" spc="-50" dirty="0">
                <a:solidFill>
                  <a:srgbClr val="1F487C"/>
                </a:solidFill>
                <a:latin typeface="Carlito"/>
                <a:cs typeface="Carlito"/>
              </a:rPr>
              <a:t> </a:t>
            </a:r>
            <a:r>
              <a:rPr sz="2000" i="1" dirty="0">
                <a:solidFill>
                  <a:srgbClr val="1F487C"/>
                </a:solidFill>
                <a:latin typeface="Carlito"/>
                <a:cs typeface="Carlito"/>
              </a:rPr>
              <a:t>historical</a:t>
            </a:r>
            <a:r>
              <a:rPr sz="2000" i="1" spc="-40" dirty="0">
                <a:solidFill>
                  <a:srgbClr val="1F487C"/>
                </a:solidFill>
                <a:latin typeface="Carlito"/>
                <a:cs typeface="Carlito"/>
              </a:rPr>
              <a:t> </a:t>
            </a:r>
            <a:r>
              <a:rPr sz="2000" i="1" dirty="0">
                <a:solidFill>
                  <a:srgbClr val="1F487C"/>
                </a:solidFill>
                <a:latin typeface="Carlito"/>
                <a:cs typeface="Carlito"/>
              </a:rPr>
              <a:t>data</a:t>
            </a:r>
            <a:r>
              <a:rPr sz="2000" i="1" spc="-55" dirty="0">
                <a:solidFill>
                  <a:srgbClr val="1F487C"/>
                </a:solidFill>
                <a:latin typeface="Carlito"/>
                <a:cs typeface="Carlito"/>
              </a:rPr>
              <a:t> </a:t>
            </a:r>
            <a:r>
              <a:rPr sz="2000" i="1" dirty="0">
                <a:solidFill>
                  <a:srgbClr val="1F487C"/>
                </a:solidFill>
                <a:latin typeface="Carlito"/>
                <a:cs typeface="Carlito"/>
              </a:rPr>
              <a:t>analysis,</a:t>
            </a:r>
            <a:r>
              <a:rPr sz="2000" i="1" spc="-60" dirty="0">
                <a:solidFill>
                  <a:srgbClr val="1F487C"/>
                </a:solidFill>
                <a:latin typeface="Carlito"/>
                <a:cs typeface="Carlito"/>
              </a:rPr>
              <a:t> </a:t>
            </a:r>
            <a:r>
              <a:rPr sz="2000" i="1" dirty="0">
                <a:solidFill>
                  <a:srgbClr val="1F487C"/>
                </a:solidFill>
                <a:latin typeface="Carlito"/>
                <a:cs typeface="Carlito"/>
              </a:rPr>
              <a:t>or</a:t>
            </a:r>
            <a:r>
              <a:rPr sz="2000" i="1" spc="-50" dirty="0">
                <a:solidFill>
                  <a:srgbClr val="1F487C"/>
                </a:solidFill>
                <a:latin typeface="Carlito"/>
                <a:cs typeface="Carlito"/>
              </a:rPr>
              <a:t> </a:t>
            </a:r>
            <a:r>
              <a:rPr sz="2000" i="1" spc="-10" dirty="0">
                <a:solidFill>
                  <a:srgbClr val="1F487C"/>
                </a:solidFill>
                <a:latin typeface="Carlito"/>
                <a:cs typeface="Carlito"/>
              </a:rPr>
              <a:t>user-</a:t>
            </a:r>
            <a:r>
              <a:rPr sz="2000" i="1" dirty="0">
                <a:solidFill>
                  <a:srgbClr val="1F487C"/>
                </a:solidFill>
                <a:latin typeface="Carlito"/>
                <a:cs typeface="Carlito"/>
              </a:rPr>
              <a:t>friendly</a:t>
            </a:r>
            <a:r>
              <a:rPr sz="2000" i="1" spc="-65" dirty="0">
                <a:solidFill>
                  <a:srgbClr val="1F487C"/>
                </a:solidFill>
                <a:latin typeface="Carlito"/>
                <a:cs typeface="Carlito"/>
              </a:rPr>
              <a:t> </a:t>
            </a:r>
            <a:r>
              <a:rPr sz="2000" i="1" dirty="0">
                <a:solidFill>
                  <a:srgbClr val="1F487C"/>
                </a:solidFill>
                <a:latin typeface="Carlito"/>
                <a:cs typeface="Carlito"/>
              </a:rPr>
              <a:t>remote</a:t>
            </a:r>
            <a:r>
              <a:rPr sz="2000" i="1" spc="-45" dirty="0">
                <a:solidFill>
                  <a:srgbClr val="1F487C"/>
                </a:solidFill>
                <a:latin typeface="Carlito"/>
                <a:cs typeface="Carlito"/>
              </a:rPr>
              <a:t> </a:t>
            </a:r>
            <a:r>
              <a:rPr sz="2000" i="1" dirty="0">
                <a:solidFill>
                  <a:srgbClr val="1F487C"/>
                </a:solidFill>
                <a:latin typeface="Carlito"/>
                <a:cs typeface="Carlito"/>
              </a:rPr>
              <a:t>monitoring.</a:t>
            </a:r>
            <a:r>
              <a:rPr sz="2000" i="1" spc="-60" dirty="0">
                <a:solidFill>
                  <a:srgbClr val="1F487C"/>
                </a:solidFill>
                <a:latin typeface="Carlito"/>
                <a:cs typeface="Carlito"/>
              </a:rPr>
              <a:t> </a:t>
            </a:r>
            <a:r>
              <a:rPr sz="2000" i="1" spc="-20" dirty="0">
                <a:solidFill>
                  <a:srgbClr val="1F487C"/>
                </a:solidFill>
                <a:latin typeface="Carlito"/>
                <a:cs typeface="Carlito"/>
              </a:rPr>
              <a:t>This </a:t>
            </a:r>
            <a:r>
              <a:rPr sz="2000" i="1" dirty="0">
                <a:solidFill>
                  <a:srgbClr val="1F487C"/>
                </a:solidFill>
                <a:latin typeface="Carlito"/>
                <a:cs typeface="Carlito"/>
              </a:rPr>
              <a:t>project</a:t>
            </a:r>
            <a:r>
              <a:rPr sz="2000" i="1" spc="-45" dirty="0">
                <a:solidFill>
                  <a:srgbClr val="1F487C"/>
                </a:solidFill>
                <a:latin typeface="Carlito"/>
                <a:cs typeface="Carlito"/>
              </a:rPr>
              <a:t> </a:t>
            </a:r>
            <a:r>
              <a:rPr sz="2000" i="1" dirty="0">
                <a:solidFill>
                  <a:srgbClr val="1F487C"/>
                </a:solidFill>
                <a:latin typeface="Carlito"/>
                <a:cs typeface="Carlito"/>
              </a:rPr>
              <a:t>aims</a:t>
            </a:r>
            <a:r>
              <a:rPr sz="2000" i="1" spc="-30" dirty="0">
                <a:solidFill>
                  <a:srgbClr val="1F487C"/>
                </a:solidFill>
                <a:latin typeface="Carlito"/>
                <a:cs typeface="Carlito"/>
              </a:rPr>
              <a:t> </a:t>
            </a:r>
            <a:r>
              <a:rPr sz="2000" i="1" dirty="0">
                <a:solidFill>
                  <a:srgbClr val="1F487C"/>
                </a:solidFill>
                <a:latin typeface="Carlito"/>
                <a:cs typeface="Carlito"/>
              </a:rPr>
              <a:t>to</a:t>
            </a:r>
            <a:r>
              <a:rPr sz="2000" i="1" spc="-25" dirty="0">
                <a:solidFill>
                  <a:srgbClr val="1F487C"/>
                </a:solidFill>
                <a:latin typeface="Carlito"/>
                <a:cs typeface="Carlito"/>
              </a:rPr>
              <a:t> </a:t>
            </a:r>
            <a:r>
              <a:rPr sz="2000" i="1" dirty="0">
                <a:solidFill>
                  <a:srgbClr val="1F487C"/>
                </a:solidFill>
                <a:latin typeface="Carlito"/>
                <a:cs typeface="Carlito"/>
              </a:rPr>
              <a:t>develop</a:t>
            </a:r>
            <a:r>
              <a:rPr sz="2000" i="1" spc="-65" dirty="0">
                <a:solidFill>
                  <a:srgbClr val="1F487C"/>
                </a:solidFill>
                <a:latin typeface="Carlito"/>
                <a:cs typeface="Carlito"/>
              </a:rPr>
              <a:t> </a:t>
            </a:r>
            <a:r>
              <a:rPr sz="2000" i="1" dirty="0">
                <a:solidFill>
                  <a:srgbClr val="1F487C"/>
                </a:solidFill>
                <a:latin typeface="Carlito"/>
                <a:cs typeface="Carlito"/>
              </a:rPr>
              <a:t>an</a:t>
            </a:r>
            <a:r>
              <a:rPr sz="2000" i="1" spc="-25" dirty="0">
                <a:solidFill>
                  <a:srgbClr val="1F487C"/>
                </a:solidFill>
                <a:latin typeface="Carlito"/>
                <a:cs typeface="Carlito"/>
              </a:rPr>
              <a:t> </a:t>
            </a:r>
            <a:r>
              <a:rPr lang="en-IN" sz="2000" i="1" spc="-10" dirty="0">
                <a:solidFill>
                  <a:srgbClr val="1F487C"/>
                </a:solidFill>
                <a:latin typeface="Carlito"/>
                <a:cs typeface="Carlito"/>
              </a:rPr>
              <a:t>Atmosphere &amp; Air </a:t>
            </a:r>
            <a:r>
              <a:rPr sz="2000" i="1" spc="-35" dirty="0">
                <a:solidFill>
                  <a:srgbClr val="1F487C"/>
                </a:solidFill>
                <a:latin typeface="Carlito"/>
                <a:cs typeface="Carlito"/>
              </a:rPr>
              <a:t> </a:t>
            </a:r>
            <a:r>
              <a:rPr sz="2000" i="1" dirty="0">
                <a:solidFill>
                  <a:srgbClr val="1F487C"/>
                </a:solidFill>
                <a:latin typeface="Carlito"/>
                <a:cs typeface="Carlito"/>
              </a:rPr>
              <a:t>monitoring</a:t>
            </a:r>
            <a:r>
              <a:rPr sz="2000" i="1" spc="-40" dirty="0">
                <a:solidFill>
                  <a:srgbClr val="1F487C"/>
                </a:solidFill>
                <a:latin typeface="Carlito"/>
                <a:cs typeface="Carlito"/>
              </a:rPr>
              <a:t> </a:t>
            </a:r>
            <a:r>
              <a:rPr sz="2000" i="1" dirty="0">
                <a:solidFill>
                  <a:srgbClr val="1F487C"/>
                </a:solidFill>
                <a:latin typeface="Carlito"/>
                <a:cs typeface="Carlito"/>
              </a:rPr>
              <a:t>system</a:t>
            </a:r>
            <a:r>
              <a:rPr sz="2000" i="1" spc="-35" dirty="0">
                <a:solidFill>
                  <a:srgbClr val="1F487C"/>
                </a:solidFill>
                <a:latin typeface="Carlito"/>
                <a:cs typeface="Carlito"/>
              </a:rPr>
              <a:t> </a:t>
            </a:r>
            <a:r>
              <a:rPr sz="2000" i="1" dirty="0">
                <a:solidFill>
                  <a:srgbClr val="1F487C"/>
                </a:solidFill>
                <a:latin typeface="Carlito"/>
                <a:cs typeface="Carlito"/>
              </a:rPr>
              <a:t>that</a:t>
            </a:r>
            <a:r>
              <a:rPr sz="2000" i="1" spc="-45" dirty="0">
                <a:solidFill>
                  <a:srgbClr val="1F487C"/>
                </a:solidFill>
                <a:latin typeface="Carlito"/>
                <a:cs typeface="Carlito"/>
              </a:rPr>
              <a:t> </a:t>
            </a:r>
            <a:r>
              <a:rPr sz="2000" i="1" dirty="0">
                <a:solidFill>
                  <a:srgbClr val="1F487C"/>
                </a:solidFill>
                <a:latin typeface="Carlito"/>
                <a:cs typeface="Carlito"/>
              </a:rPr>
              <a:t>provides</a:t>
            </a:r>
            <a:r>
              <a:rPr sz="2000" i="1" spc="-45" dirty="0">
                <a:solidFill>
                  <a:srgbClr val="1F487C"/>
                </a:solidFill>
                <a:latin typeface="Carlito"/>
                <a:cs typeface="Carlito"/>
              </a:rPr>
              <a:t> </a:t>
            </a:r>
            <a:r>
              <a:rPr sz="2000" i="1" dirty="0">
                <a:solidFill>
                  <a:srgbClr val="1F487C"/>
                </a:solidFill>
                <a:latin typeface="Carlito"/>
                <a:cs typeface="Carlito"/>
              </a:rPr>
              <a:t>real-time</a:t>
            </a:r>
            <a:r>
              <a:rPr sz="2000" i="1" spc="-40" dirty="0">
                <a:solidFill>
                  <a:srgbClr val="1F487C"/>
                </a:solidFill>
                <a:latin typeface="Carlito"/>
                <a:cs typeface="Carlito"/>
              </a:rPr>
              <a:t> </a:t>
            </a:r>
            <a:r>
              <a:rPr sz="2000" i="1" spc="-10" dirty="0">
                <a:solidFill>
                  <a:srgbClr val="1F487C"/>
                </a:solidFill>
                <a:latin typeface="Carlito"/>
                <a:cs typeface="Carlito"/>
              </a:rPr>
              <a:t>insights </a:t>
            </a:r>
            <a:r>
              <a:rPr sz="2000" i="1" dirty="0">
                <a:solidFill>
                  <a:srgbClr val="1F487C"/>
                </a:solidFill>
                <a:latin typeface="Carlito"/>
                <a:cs typeface="Carlito"/>
              </a:rPr>
              <a:t>into</a:t>
            </a:r>
            <a:r>
              <a:rPr sz="2000" i="1" spc="-40" dirty="0">
                <a:solidFill>
                  <a:srgbClr val="1F487C"/>
                </a:solidFill>
                <a:latin typeface="Carlito"/>
                <a:cs typeface="Carlito"/>
              </a:rPr>
              <a:t> </a:t>
            </a:r>
            <a:r>
              <a:rPr sz="2000" i="1" dirty="0">
                <a:solidFill>
                  <a:srgbClr val="1F487C"/>
                </a:solidFill>
                <a:latin typeface="Carlito"/>
                <a:cs typeface="Carlito"/>
              </a:rPr>
              <a:t>temperature,</a:t>
            </a:r>
            <a:r>
              <a:rPr sz="2000" i="1" spc="-75" dirty="0">
                <a:solidFill>
                  <a:srgbClr val="1F487C"/>
                </a:solidFill>
                <a:latin typeface="Carlito"/>
                <a:cs typeface="Carlito"/>
              </a:rPr>
              <a:t> </a:t>
            </a:r>
            <a:r>
              <a:rPr sz="2000" i="1" dirty="0">
                <a:solidFill>
                  <a:srgbClr val="1F487C"/>
                </a:solidFill>
                <a:latin typeface="Carlito"/>
                <a:cs typeface="Carlito"/>
              </a:rPr>
              <a:t>pressure,</a:t>
            </a:r>
            <a:r>
              <a:rPr sz="2000" i="1" spc="-75" dirty="0">
                <a:solidFill>
                  <a:srgbClr val="1F487C"/>
                </a:solidFill>
                <a:latin typeface="Carlito"/>
                <a:cs typeface="Carlito"/>
              </a:rPr>
              <a:t> </a:t>
            </a:r>
            <a:r>
              <a:rPr sz="2000" i="1" dirty="0">
                <a:solidFill>
                  <a:srgbClr val="1F487C"/>
                </a:solidFill>
                <a:latin typeface="Carlito"/>
                <a:cs typeface="Carlito"/>
              </a:rPr>
              <a:t>LPG</a:t>
            </a:r>
            <a:r>
              <a:rPr sz="2000" i="1" spc="-45" dirty="0">
                <a:solidFill>
                  <a:srgbClr val="1F487C"/>
                </a:solidFill>
                <a:latin typeface="Carlito"/>
                <a:cs typeface="Carlito"/>
              </a:rPr>
              <a:t> </a:t>
            </a:r>
            <a:r>
              <a:rPr sz="2000" i="1" dirty="0">
                <a:solidFill>
                  <a:srgbClr val="1F487C"/>
                </a:solidFill>
                <a:latin typeface="Carlito"/>
                <a:cs typeface="Carlito"/>
              </a:rPr>
              <a:t>levels,</a:t>
            </a:r>
            <a:r>
              <a:rPr sz="2000" i="1" spc="-60" dirty="0">
                <a:solidFill>
                  <a:srgbClr val="1F487C"/>
                </a:solidFill>
                <a:latin typeface="Carlito"/>
                <a:cs typeface="Carlito"/>
              </a:rPr>
              <a:t> </a:t>
            </a:r>
            <a:r>
              <a:rPr sz="2000" i="1" dirty="0">
                <a:solidFill>
                  <a:srgbClr val="1F487C"/>
                </a:solidFill>
                <a:latin typeface="Carlito"/>
                <a:cs typeface="Carlito"/>
              </a:rPr>
              <a:t>gas</a:t>
            </a:r>
            <a:r>
              <a:rPr sz="2000" i="1" spc="-55" dirty="0">
                <a:solidFill>
                  <a:srgbClr val="1F487C"/>
                </a:solidFill>
                <a:latin typeface="Carlito"/>
                <a:cs typeface="Carlito"/>
              </a:rPr>
              <a:t> </a:t>
            </a:r>
            <a:r>
              <a:rPr sz="2000" i="1" dirty="0">
                <a:solidFill>
                  <a:srgbClr val="1F487C"/>
                </a:solidFill>
                <a:latin typeface="Carlito"/>
                <a:cs typeface="Carlito"/>
              </a:rPr>
              <a:t>concentration,</a:t>
            </a:r>
            <a:r>
              <a:rPr sz="2000" i="1" spc="-60" dirty="0">
                <a:solidFill>
                  <a:srgbClr val="1F487C"/>
                </a:solidFill>
                <a:latin typeface="Carlito"/>
                <a:cs typeface="Carlito"/>
              </a:rPr>
              <a:t> </a:t>
            </a:r>
            <a:r>
              <a:rPr sz="2000" i="1" dirty="0">
                <a:solidFill>
                  <a:srgbClr val="1F487C"/>
                </a:solidFill>
                <a:latin typeface="Carlito"/>
                <a:cs typeface="Carlito"/>
              </a:rPr>
              <a:t>and</a:t>
            </a:r>
            <a:r>
              <a:rPr sz="2000" i="1" spc="-65" dirty="0">
                <a:solidFill>
                  <a:srgbClr val="1F487C"/>
                </a:solidFill>
                <a:latin typeface="Carlito"/>
                <a:cs typeface="Carlito"/>
              </a:rPr>
              <a:t> </a:t>
            </a:r>
            <a:r>
              <a:rPr sz="2000" i="1" dirty="0">
                <a:solidFill>
                  <a:srgbClr val="1F487C"/>
                </a:solidFill>
                <a:latin typeface="Carlito"/>
                <a:cs typeface="Carlito"/>
              </a:rPr>
              <a:t>smoke</a:t>
            </a:r>
            <a:r>
              <a:rPr sz="2000" i="1" spc="-45" dirty="0">
                <a:solidFill>
                  <a:srgbClr val="1F487C"/>
                </a:solidFill>
                <a:latin typeface="Carlito"/>
                <a:cs typeface="Carlito"/>
              </a:rPr>
              <a:t> </a:t>
            </a:r>
            <a:r>
              <a:rPr sz="2000" i="1" dirty="0">
                <a:solidFill>
                  <a:srgbClr val="1F487C"/>
                </a:solidFill>
                <a:latin typeface="Carlito"/>
                <a:cs typeface="Carlito"/>
              </a:rPr>
              <a:t>levels,</a:t>
            </a:r>
            <a:r>
              <a:rPr sz="2000" i="1" spc="-55" dirty="0">
                <a:solidFill>
                  <a:srgbClr val="1F487C"/>
                </a:solidFill>
                <a:latin typeface="Carlito"/>
                <a:cs typeface="Carlito"/>
              </a:rPr>
              <a:t> </a:t>
            </a:r>
            <a:r>
              <a:rPr sz="2000" i="1" dirty="0">
                <a:solidFill>
                  <a:srgbClr val="1F487C"/>
                </a:solidFill>
                <a:latin typeface="Carlito"/>
                <a:cs typeface="Carlito"/>
              </a:rPr>
              <a:t>with</a:t>
            </a:r>
            <a:r>
              <a:rPr sz="2000" i="1" spc="-50" dirty="0">
                <a:solidFill>
                  <a:srgbClr val="1F487C"/>
                </a:solidFill>
                <a:latin typeface="Carlito"/>
                <a:cs typeface="Carlito"/>
              </a:rPr>
              <a:t> </a:t>
            </a:r>
            <a:r>
              <a:rPr sz="2000" i="1" dirty="0">
                <a:solidFill>
                  <a:srgbClr val="1F487C"/>
                </a:solidFill>
                <a:latin typeface="Carlito"/>
                <a:cs typeface="Carlito"/>
              </a:rPr>
              <a:t>continuous</a:t>
            </a:r>
            <a:r>
              <a:rPr sz="2000" i="1" spc="-55" dirty="0">
                <a:solidFill>
                  <a:srgbClr val="1F487C"/>
                </a:solidFill>
                <a:latin typeface="Carlito"/>
                <a:cs typeface="Carlito"/>
              </a:rPr>
              <a:t> </a:t>
            </a:r>
            <a:r>
              <a:rPr sz="2000" i="1" spc="-20" dirty="0">
                <a:solidFill>
                  <a:srgbClr val="1F487C"/>
                </a:solidFill>
                <a:latin typeface="Carlito"/>
                <a:cs typeface="Carlito"/>
              </a:rPr>
              <a:t>data </a:t>
            </a:r>
            <a:r>
              <a:rPr sz="2000" i="1" dirty="0">
                <a:solidFill>
                  <a:srgbClr val="1F487C"/>
                </a:solidFill>
                <a:latin typeface="Carlito"/>
                <a:cs typeface="Carlito"/>
              </a:rPr>
              <a:t>logging</a:t>
            </a:r>
            <a:r>
              <a:rPr sz="2000" i="1" spc="-40" dirty="0">
                <a:solidFill>
                  <a:srgbClr val="1F487C"/>
                </a:solidFill>
                <a:latin typeface="Carlito"/>
                <a:cs typeface="Carlito"/>
              </a:rPr>
              <a:t> </a:t>
            </a:r>
            <a:r>
              <a:rPr sz="2000" i="1" dirty="0">
                <a:solidFill>
                  <a:srgbClr val="1F487C"/>
                </a:solidFill>
                <a:latin typeface="Carlito"/>
                <a:cs typeface="Carlito"/>
              </a:rPr>
              <a:t>and</a:t>
            </a:r>
            <a:r>
              <a:rPr sz="2000" i="1" spc="-50" dirty="0">
                <a:solidFill>
                  <a:srgbClr val="1F487C"/>
                </a:solidFill>
                <a:latin typeface="Carlito"/>
                <a:cs typeface="Carlito"/>
              </a:rPr>
              <a:t> </a:t>
            </a:r>
            <a:r>
              <a:rPr sz="2000" i="1" dirty="0">
                <a:solidFill>
                  <a:srgbClr val="1F487C"/>
                </a:solidFill>
                <a:latin typeface="Carlito"/>
                <a:cs typeface="Carlito"/>
              </a:rPr>
              <a:t>remote</a:t>
            </a:r>
            <a:r>
              <a:rPr sz="2000" i="1" spc="-25" dirty="0">
                <a:solidFill>
                  <a:srgbClr val="1F487C"/>
                </a:solidFill>
                <a:latin typeface="Carlito"/>
                <a:cs typeface="Carlito"/>
              </a:rPr>
              <a:t> </a:t>
            </a:r>
            <a:r>
              <a:rPr sz="2000" i="1" dirty="0">
                <a:solidFill>
                  <a:srgbClr val="1F487C"/>
                </a:solidFill>
                <a:latin typeface="Carlito"/>
                <a:cs typeface="Carlito"/>
              </a:rPr>
              <a:t>monitoring</a:t>
            </a:r>
            <a:r>
              <a:rPr sz="2000" i="1" spc="-40" dirty="0">
                <a:solidFill>
                  <a:srgbClr val="1F487C"/>
                </a:solidFill>
                <a:latin typeface="Carlito"/>
                <a:cs typeface="Carlito"/>
              </a:rPr>
              <a:t> </a:t>
            </a:r>
            <a:r>
              <a:rPr sz="2000" i="1" dirty="0">
                <a:solidFill>
                  <a:srgbClr val="1F487C"/>
                </a:solidFill>
                <a:latin typeface="Carlito"/>
                <a:cs typeface="Carlito"/>
              </a:rPr>
              <a:t>through</a:t>
            </a:r>
            <a:r>
              <a:rPr sz="2000" i="1" spc="-50" dirty="0">
                <a:solidFill>
                  <a:srgbClr val="1F487C"/>
                </a:solidFill>
                <a:latin typeface="Carlito"/>
                <a:cs typeface="Carlito"/>
              </a:rPr>
              <a:t> </a:t>
            </a:r>
            <a:r>
              <a:rPr sz="2000" i="1" dirty="0">
                <a:solidFill>
                  <a:srgbClr val="1F487C"/>
                </a:solidFill>
                <a:latin typeface="Carlito"/>
                <a:cs typeface="Carlito"/>
              </a:rPr>
              <a:t>a</a:t>
            </a:r>
            <a:r>
              <a:rPr sz="2000" i="1" spc="-30" dirty="0">
                <a:solidFill>
                  <a:srgbClr val="1F487C"/>
                </a:solidFill>
                <a:latin typeface="Carlito"/>
                <a:cs typeface="Carlito"/>
              </a:rPr>
              <a:t> </a:t>
            </a:r>
            <a:r>
              <a:rPr sz="2000" i="1" dirty="0">
                <a:solidFill>
                  <a:srgbClr val="1F487C"/>
                </a:solidFill>
                <a:latin typeface="Carlito"/>
                <a:cs typeface="Carlito"/>
              </a:rPr>
              <a:t>mobile</a:t>
            </a:r>
            <a:r>
              <a:rPr sz="2000" i="1" spc="-30" dirty="0">
                <a:solidFill>
                  <a:srgbClr val="1F487C"/>
                </a:solidFill>
                <a:latin typeface="Carlito"/>
                <a:cs typeface="Carlito"/>
              </a:rPr>
              <a:t> </a:t>
            </a:r>
            <a:r>
              <a:rPr sz="2000" i="1" spc="-20" dirty="0">
                <a:solidFill>
                  <a:srgbClr val="1F487C"/>
                </a:solidFill>
                <a:latin typeface="Carlito"/>
                <a:cs typeface="Carlito"/>
              </a:rPr>
              <a:t>app.</a:t>
            </a:r>
            <a:endParaRPr sz="2000" dirty="0">
              <a:latin typeface="Carlito"/>
              <a:cs typeface="Carlito"/>
            </a:endParaRPr>
          </a:p>
        </p:txBody>
      </p:sp>
      <p:sp>
        <p:nvSpPr>
          <p:cNvPr id="7" name="object 7"/>
          <p:cNvSpPr/>
          <p:nvPr/>
        </p:nvSpPr>
        <p:spPr>
          <a:xfrm>
            <a:off x="9058656" y="4148137"/>
            <a:ext cx="3133725" cy="2710180"/>
          </a:xfrm>
          <a:custGeom>
            <a:avLst/>
            <a:gdLst/>
            <a:ahLst/>
            <a:cxnLst/>
            <a:rect l="l" t="t" r="r" b="b"/>
            <a:pathLst>
              <a:path w="3133725" h="2710179">
                <a:moveTo>
                  <a:pt x="3133344" y="281787"/>
                </a:moveTo>
                <a:lnTo>
                  <a:pt x="3133331" y="281597"/>
                </a:lnTo>
                <a:lnTo>
                  <a:pt x="3133331" y="246951"/>
                </a:lnTo>
                <a:lnTo>
                  <a:pt x="3133331" y="0"/>
                </a:lnTo>
                <a:lnTo>
                  <a:pt x="2822829" y="45021"/>
                </a:lnTo>
                <a:lnTo>
                  <a:pt x="2772918" y="55156"/>
                </a:lnTo>
                <a:lnTo>
                  <a:pt x="2723197" y="66014"/>
                </a:lnTo>
                <a:lnTo>
                  <a:pt x="2673654" y="77571"/>
                </a:lnTo>
                <a:lnTo>
                  <a:pt x="2624315" y="89839"/>
                </a:lnTo>
                <a:lnTo>
                  <a:pt x="2575179" y="102806"/>
                </a:lnTo>
                <a:lnTo>
                  <a:pt x="2526258" y="116459"/>
                </a:lnTo>
                <a:lnTo>
                  <a:pt x="2477566" y="130810"/>
                </a:lnTo>
                <a:lnTo>
                  <a:pt x="2429103" y="145834"/>
                </a:lnTo>
                <a:lnTo>
                  <a:pt x="2380894" y="161518"/>
                </a:lnTo>
                <a:lnTo>
                  <a:pt x="2332952" y="177888"/>
                </a:lnTo>
                <a:lnTo>
                  <a:pt x="2285276" y="194906"/>
                </a:lnTo>
                <a:lnTo>
                  <a:pt x="2237867" y="212585"/>
                </a:lnTo>
                <a:lnTo>
                  <a:pt x="2190762" y="230911"/>
                </a:lnTo>
                <a:lnTo>
                  <a:pt x="2143950" y="249872"/>
                </a:lnTo>
                <a:lnTo>
                  <a:pt x="2097443" y="269468"/>
                </a:lnTo>
                <a:lnTo>
                  <a:pt x="2051265" y="289687"/>
                </a:lnTo>
                <a:lnTo>
                  <a:pt x="2005406" y="310540"/>
                </a:lnTo>
                <a:lnTo>
                  <a:pt x="1959902" y="332003"/>
                </a:lnTo>
                <a:lnTo>
                  <a:pt x="1914740" y="354076"/>
                </a:lnTo>
                <a:lnTo>
                  <a:pt x="1869948" y="376745"/>
                </a:lnTo>
                <a:lnTo>
                  <a:pt x="1824367" y="400583"/>
                </a:lnTo>
                <a:lnTo>
                  <a:pt x="1779168" y="425018"/>
                </a:lnTo>
                <a:lnTo>
                  <a:pt x="1734350" y="450037"/>
                </a:lnTo>
                <a:lnTo>
                  <a:pt x="1689912" y="475640"/>
                </a:lnTo>
                <a:lnTo>
                  <a:pt x="1645869" y="501827"/>
                </a:lnTo>
                <a:lnTo>
                  <a:pt x="1602244" y="528599"/>
                </a:lnTo>
                <a:lnTo>
                  <a:pt x="1559039" y="555942"/>
                </a:lnTo>
                <a:lnTo>
                  <a:pt x="1516265" y="583857"/>
                </a:lnTo>
                <a:lnTo>
                  <a:pt x="1473936" y="612343"/>
                </a:lnTo>
                <a:lnTo>
                  <a:pt x="1432052" y="641388"/>
                </a:lnTo>
                <a:lnTo>
                  <a:pt x="1390637" y="670979"/>
                </a:lnTo>
                <a:lnTo>
                  <a:pt x="1349692" y="701141"/>
                </a:lnTo>
                <a:lnTo>
                  <a:pt x="1309243" y="731837"/>
                </a:lnTo>
                <a:lnTo>
                  <a:pt x="1276769" y="757262"/>
                </a:lnTo>
                <a:lnTo>
                  <a:pt x="1244536" y="782891"/>
                </a:lnTo>
                <a:lnTo>
                  <a:pt x="1212583" y="808812"/>
                </a:lnTo>
                <a:lnTo>
                  <a:pt x="1165212" y="848233"/>
                </a:lnTo>
                <a:lnTo>
                  <a:pt x="1103426" y="902208"/>
                </a:lnTo>
                <a:lnTo>
                  <a:pt x="1073035" y="929678"/>
                </a:lnTo>
                <a:lnTo>
                  <a:pt x="1018070" y="980694"/>
                </a:lnTo>
                <a:lnTo>
                  <a:pt x="978814" y="1018425"/>
                </a:lnTo>
                <a:lnTo>
                  <a:pt x="940219" y="1056728"/>
                </a:lnTo>
                <a:lnTo>
                  <a:pt x="902258" y="1095540"/>
                </a:lnTo>
                <a:lnTo>
                  <a:pt x="864870" y="1134833"/>
                </a:lnTo>
                <a:lnTo>
                  <a:pt x="828040" y="1174559"/>
                </a:lnTo>
                <a:lnTo>
                  <a:pt x="794753" y="1211757"/>
                </a:lnTo>
                <a:lnTo>
                  <a:pt x="762025" y="1249349"/>
                </a:lnTo>
                <a:lnTo>
                  <a:pt x="729843" y="1287348"/>
                </a:lnTo>
                <a:lnTo>
                  <a:pt x="698220" y="1325727"/>
                </a:lnTo>
                <a:lnTo>
                  <a:pt x="667156" y="1364475"/>
                </a:lnTo>
                <a:lnTo>
                  <a:pt x="636638" y="1403578"/>
                </a:lnTo>
                <a:lnTo>
                  <a:pt x="606691" y="1443037"/>
                </a:lnTo>
                <a:lnTo>
                  <a:pt x="577291" y="1482839"/>
                </a:lnTo>
                <a:lnTo>
                  <a:pt x="548462" y="1522971"/>
                </a:lnTo>
                <a:lnTo>
                  <a:pt x="520192" y="1563433"/>
                </a:lnTo>
                <a:lnTo>
                  <a:pt x="492493" y="1604187"/>
                </a:lnTo>
                <a:lnTo>
                  <a:pt x="465353" y="1645246"/>
                </a:lnTo>
                <a:lnTo>
                  <a:pt x="438785" y="1686585"/>
                </a:lnTo>
                <a:lnTo>
                  <a:pt x="410730" y="1731746"/>
                </a:lnTo>
                <a:lnTo>
                  <a:pt x="383387" y="1777250"/>
                </a:lnTo>
                <a:lnTo>
                  <a:pt x="356768" y="1823097"/>
                </a:lnTo>
                <a:lnTo>
                  <a:pt x="330885" y="1869287"/>
                </a:lnTo>
                <a:lnTo>
                  <a:pt x="305765" y="1915820"/>
                </a:lnTo>
                <a:lnTo>
                  <a:pt x="281432" y="1962683"/>
                </a:lnTo>
                <a:lnTo>
                  <a:pt x="257556" y="2009749"/>
                </a:lnTo>
                <a:lnTo>
                  <a:pt x="234569" y="2057133"/>
                </a:lnTo>
                <a:lnTo>
                  <a:pt x="212369" y="2104821"/>
                </a:lnTo>
                <a:lnTo>
                  <a:pt x="190919" y="2152777"/>
                </a:lnTo>
                <a:lnTo>
                  <a:pt x="170141" y="2200948"/>
                </a:lnTo>
                <a:lnTo>
                  <a:pt x="149987" y="2249297"/>
                </a:lnTo>
                <a:lnTo>
                  <a:pt x="130556" y="2297900"/>
                </a:lnTo>
                <a:lnTo>
                  <a:pt x="111899" y="2346744"/>
                </a:lnTo>
                <a:lnTo>
                  <a:pt x="94030" y="2395804"/>
                </a:lnTo>
                <a:lnTo>
                  <a:pt x="76936" y="2445093"/>
                </a:lnTo>
                <a:lnTo>
                  <a:pt x="60629" y="2494584"/>
                </a:lnTo>
                <a:lnTo>
                  <a:pt x="45110" y="2544267"/>
                </a:lnTo>
                <a:lnTo>
                  <a:pt x="30378" y="2594140"/>
                </a:lnTo>
                <a:lnTo>
                  <a:pt x="16433" y="2644190"/>
                </a:lnTo>
                <a:lnTo>
                  <a:pt x="3302" y="2694406"/>
                </a:lnTo>
                <a:lnTo>
                  <a:pt x="0" y="2709862"/>
                </a:lnTo>
                <a:lnTo>
                  <a:pt x="16764" y="2709862"/>
                </a:lnTo>
                <a:lnTo>
                  <a:pt x="28905" y="2709862"/>
                </a:lnTo>
                <a:lnTo>
                  <a:pt x="774052" y="2709862"/>
                </a:lnTo>
                <a:lnTo>
                  <a:pt x="800481" y="2641549"/>
                </a:lnTo>
                <a:lnTo>
                  <a:pt x="819670" y="2599207"/>
                </a:lnTo>
                <a:lnTo>
                  <a:pt x="839914" y="2556992"/>
                </a:lnTo>
                <a:lnTo>
                  <a:pt x="861199" y="2514930"/>
                </a:lnTo>
                <a:lnTo>
                  <a:pt x="883539" y="2473007"/>
                </a:lnTo>
                <a:lnTo>
                  <a:pt x="906678" y="2431719"/>
                </a:lnTo>
                <a:lnTo>
                  <a:pt x="930884" y="2390635"/>
                </a:lnTo>
                <a:lnTo>
                  <a:pt x="956106" y="2349741"/>
                </a:lnTo>
                <a:lnTo>
                  <a:pt x="982345" y="2309101"/>
                </a:lnTo>
                <a:lnTo>
                  <a:pt x="1009573" y="2268702"/>
                </a:lnTo>
                <a:lnTo>
                  <a:pt x="1037793" y="2228583"/>
                </a:lnTo>
                <a:lnTo>
                  <a:pt x="1066965" y="2188743"/>
                </a:lnTo>
                <a:lnTo>
                  <a:pt x="1097089" y="2149221"/>
                </a:lnTo>
                <a:lnTo>
                  <a:pt x="1128141" y="2110041"/>
                </a:lnTo>
                <a:lnTo>
                  <a:pt x="1160106" y="2071192"/>
                </a:lnTo>
                <a:lnTo>
                  <a:pt x="1192974" y="2032723"/>
                </a:lnTo>
                <a:lnTo>
                  <a:pt x="1226718" y="1994636"/>
                </a:lnTo>
                <a:lnTo>
                  <a:pt x="1261414" y="1956879"/>
                </a:lnTo>
                <a:lnTo>
                  <a:pt x="1296797" y="1919719"/>
                </a:lnTo>
                <a:lnTo>
                  <a:pt x="1333080" y="1882914"/>
                </a:lnTo>
                <a:lnTo>
                  <a:pt x="1370190" y="1846580"/>
                </a:lnTo>
                <a:lnTo>
                  <a:pt x="1408112" y="1810740"/>
                </a:lnTo>
                <a:lnTo>
                  <a:pt x="1446796" y="1775396"/>
                </a:lnTo>
                <a:lnTo>
                  <a:pt x="1486268" y="1740573"/>
                </a:lnTo>
                <a:lnTo>
                  <a:pt x="1526476" y="1706308"/>
                </a:lnTo>
                <a:lnTo>
                  <a:pt x="1567434" y="1672590"/>
                </a:lnTo>
                <a:lnTo>
                  <a:pt x="1605483" y="1642275"/>
                </a:lnTo>
                <a:lnTo>
                  <a:pt x="1644154" y="1612430"/>
                </a:lnTo>
                <a:lnTo>
                  <a:pt x="1683397" y="1583067"/>
                </a:lnTo>
                <a:lnTo>
                  <a:pt x="1723199" y="1554200"/>
                </a:lnTo>
                <a:lnTo>
                  <a:pt x="1763560" y="1525828"/>
                </a:lnTo>
                <a:lnTo>
                  <a:pt x="1804454" y="1497977"/>
                </a:lnTo>
                <a:lnTo>
                  <a:pt x="1845843" y="1470660"/>
                </a:lnTo>
                <a:lnTo>
                  <a:pt x="1887728" y="1443875"/>
                </a:lnTo>
                <a:lnTo>
                  <a:pt x="1930082" y="1417637"/>
                </a:lnTo>
                <a:lnTo>
                  <a:pt x="1972906" y="1391958"/>
                </a:lnTo>
                <a:lnTo>
                  <a:pt x="2016150" y="1366837"/>
                </a:lnTo>
                <a:lnTo>
                  <a:pt x="2059813" y="1342301"/>
                </a:lnTo>
                <a:lnTo>
                  <a:pt x="2103882" y="1318361"/>
                </a:lnTo>
                <a:lnTo>
                  <a:pt x="2148319" y="1295019"/>
                </a:lnTo>
                <a:lnTo>
                  <a:pt x="2193125" y="1272273"/>
                </a:lnTo>
                <a:lnTo>
                  <a:pt x="2238273" y="1250162"/>
                </a:lnTo>
                <a:lnTo>
                  <a:pt x="2283739" y="1228674"/>
                </a:lnTo>
                <a:lnTo>
                  <a:pt x="2329523" y="1207833"/>
                </a:lnTo>
                <a:lnTo>
                  <a:pt x="2375585" y="1187640"/>
                </a:lnTo>
                <a:lnTo>
                  <a:pt x="2421915" y="1168107"/>
                </a:lnTo>
                <a:lnTo>
                  <a:pt x="2468499" y="1149261"/>
                </a:lnTo>
                <a:lnTo>
                  <a:pt x="2515324" y="1131087"/>
                </a:lnTo>
                <a:lnTo>
                  <a:pt x="2562352" y="1113599"/>
                </a:lnTo>
                <a:lnTo>
                  <a:pt x="2612313" y="1095883"/>
                </a:lnTo>
                <a:lnTo>
                  <a:pt x="2662504" y="1078928"/>
                </a:lnTo>
                <a:lnTo>
                  <a:pt x="2712897" y="1062761"/>
                </a:lnTo>
                <a:lnTo>
                  <a:pt x="2763482" y="1047394"/>
                </a:lnTo>
                <a:lnTo>
                  <a:pt x="2814231" y="1032814"/>
                </a:lnTo>
                <a:lnTo>
                  <a:pt x="2865107" y="1019022"/>
                </a:lnTo>
                <a:lnTo>
                  <a:pt x="2916097" y="1006043"/>
                </a:lnTo>
                <a:lnTo>
                  <a:pt x="2967190" y="993863"/>
                </a:lnTo>
                <a:lnTo>
                  <a:pt x="3018345" y="982497"/>
                </a:lnTo>
                <a:lnTo>
                  <a:pt x="3069539" y="971956"/>
                </a:lnTo>
                <a:lnTo>
                  <a:pt x="3120771" y="962215"/>
                </a:lnTo>
                <a:lnTo>
                  <a:pt x="3133344" y="960526"/>
                </a:lnTo>
                <a:lnTo>
                  <a:pt x="3133344" y="281787"/>
                </a:lnTo>
                <a:close/>
              </a:path>
            </a:pathLst>
          </a:custGeom>
          <a:solidFill>
            <a:srgbClr val="FFFFFF">
              <a:alpha val="30195"/>
            </a:srgbClr>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3"/>
          <p:cNvSpPr txBox="1"/>
          <p:nvPr>
            <p:ph type="title"/>
          </p:nvPr>
        </p:nvSpPr>
        <p:spPr>
          <a:xfrm>
            <a:off x="883411" y="513969"/>
            <a:ext cx="3720600" cy="57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1F487C"/>
                </a:solidFill>
              </a:rPr>
              <a:t>PROJECT OBJECTIVE</a:t>
            </a:r>
            <a:endParaRPr sz="3600"/>
          </a:p>
        </p:txBody>
      </p:sp>
      <p:sp>
        <p:nvSpPr>
          <p:cNvPr id="109" name="Google Shape;109;p3"/>
          <p:cNvSpPr txBox="1"/>
          <p:nvPr/>
        </p:nvSpPr>
        <p:spPr>
          <a:xfrm>
            <a:off x="883411" y="1242186"/>
            <a:ext cx="5172600" cy="5527800"/>
          </a:xfrm>
          <a:prstGeom prst="rect">
            <a:avLst/>
          </a:prstGeom>
          <a:noFill/>
          <a:ln>
            <a:noFill/>
          </a:ln>
        </p:spPr>
        <p:txBody>
          <a:bodyPr anchorCtr="0" anchor="t" bIns="0" lIns="0" spcFirstLastPara="1" rIns="0" wrap="square" tIns="43800">
            <a:spAutoFit/>
          </a:bodyPr>
          <a:lstStyle/>
          <a:p>
            <a:pPr indent="0" lvl="0" marL="12700" marR="586105" rtl="0" algn="l">
              <a:lnSpc>
                <a:spcPct val="107722"/>
              </a:lnSpc>
              <a:spcBef>
                <a:spcPts val="0"/>
              </a:spcBef>
              <a:spcAft>
                <a:spcPts val="0"/>
              </a:spcAft>
              <a:buNone/>
            </a:pPr>
            <a:r>
              <a:rPr lang="en-US" sz="1800">
                <a:solidFill>
                  <a:srgbClr val="1F487C"/>
                </a:solidFill>
                <a:latin typeface="Arial"/>
                <a:ea typeface="Arial"/>
                <a:cs typeface="Arial"/>
                <a:sym typeface="Arial"/>
              </a:rPr>
              <a:t>To design and implement an </a:t>
            </a:r>
            <a:r>
              <a:rPr lang="en-US" sz="1800">
                <a:solidFill>
                  <a:srgbClr val="1F487C"/>
                </a:solidFill>
              </a:rPr>
              <a:t>Atmosphere &amp; </a:t>
            </a:r>
            <a:r>
              <a:rPr lang="en-US" sz="1800">
                <a:solidFill>
                  <a:srgbClr val="1F487C"/>
                </a:solidFill>
                <a:latin typeface="Arial"/>
                <a:ea typeface="Arial"/>
                <a:cs typeface="Arial"/>
                <a:sym typeface="Arial"/>
              </a:rPr>
              <a:t>air quality monitoring system that:</a:t>
            </a:r>
            <a:endParaRPr sz="1800">
              <a:latin typeface="Arial"/>
              <a:ea typeface="Arial"/>
              <a:cs typeface="Arial"/>
              <a:sym typeface="Arial"/>
            </a:endParaRPr>
          </a:p>
          <a:p>
            <a:pPr indent="-285750" lvl="0" marL="298450" marR="0" rtl="0" algn="l">
              <a:lnSpc>
                <a:spcPct val="100000"/>
              </a:lnSpc>
              <a:spcBef>
                <a:spcPts val="360"/>
              </a:spcBef>
              <a:spcAft>
                <a:spcPts val="0"/>
              </a:spcAft>
              <a:buClr>
                <a:srgbClr val="1F487C"/>
              </a:buClr>
              <a:buSzPts val="1800"/>
              <a:buFont typeface="Noto Sans Symbols"/>
              <a:buChar char="❖"/>
            </a:pPr>
            <a:r>
              <a:rPr b="1" lang="en-US" sz="1800">
                <a:solidFill>
                  <a:srgbClr val="1F487C"/>
                </a:solidFill>
                <a:latin typeface="Arial"/>
                <a:ea typeface="Arial"/>
                <a:cs typeface="Arial"/>
                <a:sym typeface="Arial"/>
              </a:rPr>
              <a:t>Measures Key Metrics</a:t>
            </a:r>
            <a:endParaRPr sz="1800">
              <a:latin typeface="Arial"/>
              <a:ea typeface="Arial"/>
              <a:cs typeface="Arial"/>
              <a:sym typeface="Arial"/>
            </a:endParaRPr>
          </a:p>
          <a:p>
            <a:pPr indent="-342900" lvl="1" marL="870585" marR="297180" rtl="0" algn="l">
              <a:lnSpc>
                <a:spcPct val="107722"/>
              </a:lnSpc>
              <a:spcBef>
                <a:spcPts val="635"/>
              </a:spcBef>
              <a:spcAft>
                <a:spcPts val="0"/>
              </a:spcAft>
              <a:buClr>
                <a:srgbClr val="1F487C"/>
              </a:buClr>
              <a:buSzPts val="1800"/>
              <a:buFont typeface="Arial"/>
              <a:buChar char="•"/>
            </a:pPr>
            <a:r>
              <a:rPr b="0" i="0" lang="en-US" sz="1800" u="none" cap="none" strike="noStrike">
                <a:solidFill>
                  <a:srgbClr val="1F487C"/>
                </a:solidFill>
                <a:latin typeface="Arial"/>
                <a:ea typeface="Arial"/>
                <a:cs typeface="Arial"/>
                <a:sym typeface="Arial"/>
              </a:rPr>
              <a:t>Monitors temperature, pressure, LPG level, gas concentration, and smoke level using BMP2</a:t>
            </a:r>
            <a:r>
              <a:rPr lang="en-US" sz="1800">
                <a:solidFill>
                  <a:srgbClr val="1F487C"/>
                </a:solidFill>
              </a:rPr>
              <a:t>80</a:t>
            </a:r>
            <a:r>
              <a:rPr b="0" i="0" lang="en-US" sz="1800" u="none" cap="none" strike="noStrike">
                <a:solidFill>
                  <a:srgbClr val="1F487C"/>
                </a:solidFill>
                <a:latin typeface="Arial"/>
                <a:ea typeface="Arial"/>
                <a:cs typeface="Arial"/>
                <a:sym typeface="Arial"/>
              </a:rPr>
              <a:t> and MQ2 sensors.</a:t>
            </a:r>
            <a:endParaRPr b="0" i="0" sz="1800" u="none" cap="none" strike="noStrike">
              <a:latin typeface="Arial"/>
              <a:ea typeface="Arial"/>
              <a:cs typeface="Arial"/>
              <a:sym typeface="Arial"/>
            </a:endParaRPr>
          </a:p>
          <a:p>
            <a:pPr indent="-285750" lvl="0" marL="298450" marR="0" rtl="0" algn="l">
              <a:lnSpc>
                <a:spcPct val="100000"/>
              </a:lnSpc>
              <a:spcBef>
                <a:spcPts val="365"/>
              </a:spcBef>
              <a:spcAft>
                <a:spcPts val="0"/>
              </a:spcAft>
              <a:buClr>
                <a:srgbClr val="1F487C"/>
              </a:buClr>
              <a:buSzPts val="1800"/>
              <a:buFont typeface="Noto Sans Symbols"/>
              <a:buChar char="❖"/>
            </a:pPr>
            <a:r>
              <a:rPr b="1" lang="en-US" sz="1800">
                <a:solidFill>
                  <a:srgbClr val="1F487C"/>
                </a:solidFill>
                <a:latin typeface="Arial"/>
                <a:ea typeface="Arial"/>
                <a:cs typeface="Arial"/>
                <a:sym typeface="Arial"/>
              </a:rPr>
              <a:t>Provides Real-Time Data Access</a:t>
            </a:r>
            <a:endParaRPr sz="1800">
              <a:latin typeface="Arial"/>
              <a:ea typeface="Arial"/>
              <a:cs typeface="Arial"/>
              <a:sym typeface="Arial"/>
            </a:endParaRPr>
          </a:p>
          <a:p>
            <a:pPr indent="-342900" lvl="1" marL="870585" marR="485140" rtl="0" algn="l">
              <a:lnSpc>
                <a:spcPct val="107722"/>
              </a:lnSpc>
              <a:spcBef>
                <a:spcPts val="630"/>
              </a:spcBef>
              <a:spcAft>
                <a:spcPts val="0"/>
              </a:spcAft>
              <a:buClr>
                <a:srgbClr val="1F487C"/>
              </a:buClr>
              <a:buSzPts val="1800"/>
              <a:buFont typeface="Arial"/>
              <a:buChar char="•"/>
            </a:pPr>
            <a:r>
              <a:rPr b="0" i="0" lang="en-US" sz="1800" u="none" cap="none" strike="noStrike">
                <a:solidFill>
                  <a:srgbClr val="1F487C"/>
                </a:solidFill>
                <a:latin typeface="Arial"/>
                <a:ea typeface="Arial"/>
                <a:cs typeface="Arial"/>
                <a:sym typeface="Arial"/>
              </a:rPr>
              <a:t>Utilizes Blynk for displaying live data on a mobile app for remote monitoring.</a:t>
            </a:r>
            <a:endParaRPr b="0" i="0" sz="1800" u="none" cap="none" strike="noStrike">
              <a:latin typeface="Arial"/>
              <a:ea typeface="Arial"/>
              <a:cs typeface="Arial"/>
              <a:sym typeface="Arial"/>
            </a:endParaRPr>
          </a:p>
          <a:p>
            <a:pPr indent="-285750" lvl="0" marL="298450" marR="0" rtl="0" algn="l">
              <a:lnSpc>
                <a:spcPct val="100000"/>
              </a:lnSpc>
              <a:spcBef>
                <a:spcPts val="360"/>
              </a:spcBef>
              <a:spcAft>
                <a:spcPts val="0"/>
              </a:spcAft>
              <a:buClr>
                <a:srgbClr val="1F487C"/>
              </a:buClr>
              <a:buSzPts val="1800"/>
              <a:buFont typeface="Noto Sans Symbols"/>
              <a:buChar char="❖"/>
            </a:pPr>
            <a:r>
              <a:rPr b="1" lang="en-US" sz="1800">
                <a:solidFill>
                  <a:srgbClr val="1F487C"/>
                </a:solidFill>
                <a:latin typeface="Arial"/>
                <a:ea typeface="Arial"/>
                <a:cs typeface="Arial"/>
                <a:sym typeface="Arial"/>
              </a:rPr>
              <a:t>Enables Data Logging for Analysis</a:t>
            </a:r>
            <a:endParaRPr sz="1800">
              <a:latin typeface="Arial"/>
              <a:ea typeface="Arial"/>
              <a:cs typeface="Arial"/>
              <a:sym typeface="Arial"/>
            </a:endParaRPr>
          </a:p>
          <a:p>
            <a:pPr indent="-228600" lvl="1" marL="756285" marR="5080" rtl="0" algn="l">
              <a:lnSpc>
                <a:spcPct val="90100"/>
              </a:lnSpc>
              <a:spcBef>
                <a:spcPts val="600"/>
              </a:spcBef>
              <a:spcAft>
                <a:spcPts val="0"/>
              </a:spcAft>
              <a:buClr>
                <a:srgbClr val="1F487C"/>
              </a:buClr>
              <a:buSzPts val="1800"/>
              <a:buFont typeface="Arial"/>
              <a:buChar char="•"/>
            </a:pPr>
            <a:r>
              <a:rPr b="0" i="0" lang="en-US" sz="1800" u="none" cap="none" strike="noStrike">
                <a:solidFill>
                  <a:srgbClr val="1F487C"/>
                </a:solidFill>
                <a:latin typeface="Arial"/>
                <a:ea typeface="Arial"/>
                <a:cs typeface="Arial"/>
                <a:sym typeface="Arial"/>
              </a:rPr>
              <a:t>Records all sensor readings on an SD card every 5 seconds, allowing for historical data analysis and trend tracking.</a:t>
            </a:r>
            <a:endParaRPr b="0" i="0" sz="1800" u="none" cap="none" strike="noStrike">
              <a:latin typeface="Arial"/>
              <a:ea typeface="Arial"/>
              <a:cs typeface="Arial"/>
              <a:sym typeface="Arial"/>
            </a:endParaRPr>
          </a:p>
          <a:p>
            <a:pPr indent="-285750" lvl="0" marL="298450" marR="0" rtl="0" algn="l">
              <a:lnSpc>
                <a:spcPct val="100000"/>
              </a:lnSpc>
              <a:spcBef>
                <a:spcPts val="384"/>
              </a:spcBef>
              <a:spcAft>
                <a:spcPts val="0"/>
              </a:spcAft>
              <a:buClr>
                <a:srgbClr val="1F487C"/>
              </a:buClr>
              <a:buSzPts val="1800"/>
              <a:buFont typeface="Noto Sans Symbols"/>
              <a:buChar char="❖"/>
            </a:pPr>
            <a:r>
              <a:rPr b="1" lang="en-US" sz="1800">
                <a:solidFill>
                  <a:srgbClr val="1F487C"/>
                </a:solidFill>
                <a:latin typeface="Arial"/>
                <a:ea typeface="Arial"/>
                <a:cs typeface="Arial"/>
                <a:sym typeface="Arial"/>
              </a:rPr>
              <a:t>Offers a Cost-Effective and Portable Solution</a:t>
            </a:r>
            <a:endParaRPr sz="1800">
              <a:latin typeface="Arial"/>
              <a:ea typeface="Arial"/>
              <a:cs typeface="Arial"/>
              <a:sym typeface="Arial"/>
            </a:endParaRPr>
          </a:p>
          <a:p>
            <a:pPr indent="-228600" lvl="1" marL="756285" marR="460375" rtl="0" algn="l">
              <a:lnSpc>
                <a:spcPct val="90000"/>
              </a:lnSpc>
              <a:spcBef>
                <a:spcPts val="600"/>
              </a:spcBef>
              <a:spcAft>
                <a:spcPts val="0"/>
              </a:spcAft>
              <a:buClr>
                <a:srgbClr val="1F487C"/>
              </a:buClr>
              <a:buSzPts val="1800"/>
              <a:buFont typeface="Arial"/>
              <a:buChar char="•"/>
            </a:pPr>
            <a:r>
              <a:rPr b="0" i="0" lang="en-US" sz="1800" u="none" cap="none" strike="noStrike">
                <a:solidFill>
                  <a:srgbClr val="1F487C"/>
                </a:solidFill>
                <a:latin typeface="Arial"/>
                <a:ea typeface="Arial"/>
                <a:cs typeface="Arial"/>
                <a:sym typeface="Arial"/>
              </a:rPr>
              <a:t>Uses affordable components to create a compact and accessible device suitable for various settings.</a:t>
            </a:r>
            <a:endParaRPr b="0" i="0" sz="1800" u="none" cap="none" strike="noStrike">
              <a:latin typeface="Arial"/>
              <a:ea typeface="Arial"/>
              <a:cs typeface="Arial"/>
              <a:sym typeface="Arial"/>
            </a:endParaRPr>
          </a:p>
        </p:txBody>
      </p:sp>
      <p:grpSp>
        <p:nvGrpSpPr>
          <p:cNvPr id="110" name="Google Shape;110;p3"/>
          <p:cNvGrpSpPr/>
          <p:nvPr/>
        </p:nvGrpSpPr>
        <p:grpSpPr>
          <a:xfrm>
            <a:off x="6370320" y="0"/>
            <a:ext cx="5821682" cy="6685778"/>
            <a:chOff x="6370320" y="0"/>
            <a:chExt cx="5821682" cy="6685778"/>
          </a:xfrm>
        </p:grpSpPr>
        <p:pic>
          <p:nvPicPr>
            <p:cNvPr id="111" name="Google Shape;111;p3"/>
            <p:cNvPicPr preferRelativeResize="0"/>
            <p:nvPr/>
          </p:nvPicPr>
          <p:blipFill rotWithShape="1">
            <a:blip r:embed="rId2">
              <a:alphaModFix/>
            </a:blip>
            <a:srcRect b="0" l="0" r="0" t="0"/>
            <a:stretch/>
          </p:blipFill>
          <p:spPr>
            <a:xfrm>
              <a:off x="6370320" y="0"/>
              <a:ext cx="5821681" cy="6685778"/>
            </a:xfrm>
            <a:prstGeom prst="rect">
              <a:avLst/>
            </a:prstGeom>
            <a:noFill/>
            <a:ln>
              <a:noFill/>
            </a:ln>
          </p:spPr>
        </p:pic>
        <p:pic>
          <p:nvPicPr>
            <p:cNvPr id="112" name="Google Shape;112;p3"/>
            <p:cNvPicPr preferRelativeResize="0"/>
            <p:nvPr/>
          </p:nvPicPr>
          <p:blipFill rotWithShape="1">
            <a:blip r:embed="rId3">
              <a:alphaModFix/>
            </a:blip>
            <a:srcRect b="0" l="0" r="0" t="0"/>
            <a:stretch/>
          </p:blipFill>
          <p:spPr>
            <a:xfrm>
              <a:off x="6417564" y="99091"/>
              <a:ext cx="5774435" cy="6315400"/>
            </a:xfrm>
            <a:prstGeom prst="rect">
              <a:avLst/>
            </a:prstGeom>
            <a:noFill/>
            <a:ln>
              <a:noFill/>
            </a:ln>
          </p:spPr>
        </p:pic>
        <p:sp>
          <p:nvSpPr>
            <p:cNvPr id="113" name="Google Shape;113;p3"/>
            <p:cNvSpPr/>
            <p:nvPr/>
          </p:nvSpPr>
          <p:spPr>
            <a:xfrm>
              <a:off x="8296983" y="2551641"/>
              <a:ext cx="2621915" cy="1790064"/>
            </a:xfrm>
            <a:custGeom>
              <a:rect b="b" l="l" r="r" t="t"/>
              <a:pathLst>
                <a:path extrusionOk="0" h="1790064" w="2621915">
                  <a:moveTo>
                    <a:pt x="1693424" y="0"/>
                  </a:moveTo>
                  <a:lnTo>
                    <a:pt x="1496809" y="5406"/>
                  </a:lnTo>
                  <a:lnTo>
                    <a:pt x="1310197" y="32509"/>
                  </a:lnTo>
                  <a:lnTo>
                    <a:pt x="1087492" y="94842"/>
                  </a:lnTo>
                  <a:lnTo>
                    <a:pt x="878763" y="186547"/>
                  </a:lnTo>
                  <a:lnTo>
                    <a:pt x="686417" y="305220"/>
                  </a:lnTo>
                  <a:lnTo>
                    <a:pt x="512858" y="448455"/>
                  </a:lnTo>
                  <a:lnTo>
                    <a:pt x="360490" y="613846"/>
                  </a:lnTo>
                  <a:lnTo>
                    <a:pt x="231720" y="798988"/>
                  </a:lnTo>
                  <a:lnTo>
                    <a:pt x="128951" y="1001477"/>
                  </a:lnTo>
                  <a:lnTo>
                    <a:pt x="54589" y="1218906"/>
                  </a:lnTo>
                  <a:lnTo>
                    <a:pt x="17169" y="1401991"/>
                  </a:lnTo>
                  <a:lnTo>
                    <a:pt x="699" y="1591868"/>
                  </a:lnTo>
                  <a:lnTo>
                    <a:pt x="0" y="1789443"/>
                  </a:lnTo>
                  <a:lnTo>
                    <a:pt x="223757" y="1789443"/>
                  </a:lnTo>
                  <a:lnTo>
                    <a:pt x="227543" y="1538942"/>
                  </a:lnTo>
                  <a:lnTo>
                    <a:pt x="256354" y="1341598"/>
                  </a:lnTo>
                  <a:lnTo>
                    <a:pt x="294614" y="1200144"/>
                  </a:lnTo>
                  <a:lnTo>
                    <a:pt x="432597" y="1256090"/>
                  </a:lnTo>
                  <a:lnTo>
                    <a:pt x="484807" y="1118089"/>
                  </a:lnTo>
                  <a:lnTo>
                    <a:pt x="346824" y="1062143"/>
                  </a:lnTo>
                  <a:lnTo>
                    <a:pt x="418605" y="923218"/>
                  </a:lnTo>
                  <a:lnTo>
                    <a:pt x="505726" y="794126"/>
                  </a:lnTo>
                  <a:lnTo>
                    <a:pt x="570581" y="715277"/>
                  </a:lnTo>
                  <a:lnTo>
                    <a:pt x="675001" y="819710"/>
                  </a:lnTo>
                  <a:lnTo>
                    <a:pt x="779421" y="711547"/>
                  </a:lnTo>
                  <a:lnTo>
                    <a:pt x="675001" y="607115"/>
                  </a:lnTo>
                  <a:lnTo>
                    <a:pt x="794375" y="507330"/>
                  </a:lnTo>
                  <a:lnTo>
                    <a:pt x="925155" y="419345"/>
                  </a:lnTo>
                  <a:lnTo>
                    <a:pt x="1018096" y="368411"/>
                  </a:lnTo>
                  <a:lnTo>
                    <a:pt x="1074036" y="506412"/>
                  </a:lnTo>
                  <a:lnTo>
                    <a:pt x="1212019" y="446736"/>
                  </a:lnTo>
                  <a:lnTo>
                    <a:pt x="1156080" y="308735"/>
                  </a:lnTo>
                  <a:lnTo>
                    <a:pt x="1303249" y="263432"/>
                  </a:lnTo>
                  <a:lnTo>
                    <a:pt x="1458677" y="235830"/>
                  </a:lnTo>
                  <a:lnTo>
                    <a:pt x="1566302" y="226681"/>
                  </a:lnTo>
                  <a:lnTo>
                    <a:pt x="1566302" y="375871"/>
                  </a:lnTo>
                  <a:lnTo>
                    <a:pt x="1715474" y="375871"/>
                  </a:lnTo>
                  <a:lnTo>
                    <a:pt x="1715474" y="226681"/>
                  </a:lnTo>
                  <a:lnTo>
                    <a:pt x="1875753" y="244317"/>
                  </a:lnTo>
                  <a:lnTo>
                    <a:pt x="2028560" y="279655"/>
                  </a:lnTo>
                  <a:lnTo>
                    <a:pt x="2125696" y="312465"/>
                  </a:lnTo>
                  <a:lnTo>
                    <a:pt x="2069757" y="446736"/>
                  </a:lnTo>
                  <a:lnTo>
                    <a:pt x="2207741" y="506412"/>
                  </a:lnTo>
                  <a:lnTo>
                    <a:pt x="2263680" y="368411"/>
                  </a:lnTo>
                  <a:lnTo>
                    <a:pt x="2423234" y="461386"/>
                  </a:lnTo>
                  <a:lnTo>
                    <a:pt x="2461332" y="487763"/>
                  </a:lnTo>
                  <a:lnTo>
                    <a:pt x="2621692" y="327384"/>
                  </a:lnTo>
                  <a:lnTo>
                    <a:pt x="2459079" y="219378"/>
                  </a:lnTo>
                  <a:lnTo>
                    <a:pt x="2283399" y="130936"/>
                  </a:lnTo>
                  <a:lnTo>
                    <a:pt x="2096199" y="63758"/>
                  </a:lnTo>
                  <a:lnTo>
                    <a:pt x="1899025" y="19545"/>
                  </a:lnTo>
                  <a:lnTo>
                    <a:pt x="1693424"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4" name="Google Shape;114;p3"/>
            <p:cNvSpPr/>
            <p:nvPr/>
          </p:nvSpPr>
          <p:spPr>
            <a:xfrm>
              <a:off x="8296983" y="2550808"/>
              <a:ext cx="2621915" cy="1790700"/>
            </a:xfrm>
            <a:custGeom>
              <a:rect b="b" l="l" r="r" t="t"/>
              <a:pathLst>
                <a:path extrusionOk="0" h="1790700" w="2621915">
                  <a:moveTo>
                    <a:pt x="1566302" y="227514"/>
                  </a:moveTo>
                  <a:lnTo>
                    <a:pt x="1566302" y="376704"/>
                  </a:lnTo>
                  <a:lnTo>
                    <a:pt x="1585298" y="376121"/>
                  </a:lnTo>
                  <a:lnTo>
                    <a:pt x="1603595" y="374839"/>
                  </a:lnTo>
                  <a:lnTo>
                    <a:pt x="1621892" y="373557"/>
                  </a:lnTo>
                  <a:lnTo>
                    <a:pt x="1640888" y="372974"/>
                  </a:lnTo>
                  <a:lnTo>
                    <a:pt x="1659884" y="373032"/>
                  </a:lnTo>
                  <a:lnTo>
                    <a:pt x="1678181" y="373440"/>
                  </a:lnTo>
                  <a:lnTo>
                    <a:pt x="1696478" y="374547"/>
                  </a:lnTo>
                  <a:lnTo>
                    <a:pt x="1715474" y="376704"/>
                  </a:lnTo>
                  <a:lnTo>
                    <a:pt x="1715474" y="227514"/>
                  </a:lnTo>
                  <a:lnTo>
                    <a:pt x="1769658" y="231353"/>
                  </a:lnTo>
                  <a:lnTo>
                    <a:pt x="1823099" y="237246"/>
                  </a:lnTo>
                  <a:lnTo>
                    <a:pt x="1875753" y="245150"/>
                  </a:lnTo>
                  <a:lnTo>
                    <a:pt x="1927577" y="255021"/>
                  </a:lnTo>
                  <a:lnTo>
                    <a:pt x="1978527" y="266815"/>
                  </a:lnTo>
                  <a:lnTo>
                    <a:pt x="2028560" y="280488"/>
                  </a:lnTo>
                  <a:lnTo>
                    <a:pt x="2077630" y="295997"/>
                  </a:lnTo>
                  <a:lnTo>
                    <a:pt x="2125696" y="313298"/>
                  </a:lnTo>
                  <a:lnTo>
                    <a:pt x="2069757" y="447569"/>
                  </a:lnTo>
                  <a:lnTo>
                    <a:pt x="2105476" y="461613"/>
                  </a:lnTo>
                  <a:lnTo>
                    <a:pt x="2140147" y="476008"/>
                  </a:lnTo>
                  <a:lnTo>
                    <a:pt x="2174119" y="491102"/>
                  </a:lnTo>
                  <a:lnTo>
                    <a:pt x="2207741" y="507245"/>
                  </a:lnTo>
                  <a:lnTo>
                    <a:pt x="2263680" y="369244"/>
                  </a:lnTo>
                  <a:lnTo>
                    <a:pt x="2305359" y="390250"/>
                  </a:lnTo>
                  <a:lnTo>
                    <a:pt x="2345605" y="412867"/>
                  </a:lnTo>
                  <a:lnTo>
                    <a:pt x="2384778" y="436916"/>
                  </a:lnTo>
                  <a:lnTo>
                    <a:pt x="2423234" y="462219"/>
                  </a:lnTo>
                  <a:lnTo>
                    <a:pt x="2461332" y="488596"/>
                  </a:lnTo>
                  <a:lnTo>
                    <a:pt x="2621692" y="328217"/>
                  </a:lnTo>
                  <a:lnTo>
                    <a:pt x="2582348" y="299474"/>
                  </a:lnTo>
                  <a:lnTo>
                    <a:pt x="2542115" y="271875"/>
                  </a:lnTo>
                  <a:lnTo>
                    <a:pt x="2501017" y="245445"/>
                  </a:lnTo>
                  <a:lnTo>
                    <a:pt x="2459079" y="220211"/>
                  </a:lnTo>
                  <a:lnTo>
                    <a:pt x="2416323" y="196200"/>
                  </a:lnTo>
                  <a:lnTo>
                    <a:pt x="2372775" y="173438"/>
                  </a:lnTo>
                  <a:lnTo>
                    <a:pt x="2328459" y="151952"/>
                  </a:lnTo>
                  <a:lnTo>
                    <a:pt x="2283399" y="131768"/>
                  </a:lnTo>
                  <a:lnTo>
                    <a:pt x="2237618" y="112914"/>
                  </a:lnTo>
                  <a:lnTo>
                    <a:pt x="2191142" y="95415"/>
                  </a:lnTo>
                  <a:lnTo>
                    <a:pt x="2143994" y="79298"/>
                  </a:lnTo>
                  <a:lnTo>
                    <a:pt x="2096199" y="64590"/>
                  </a:lnTo>
                  <a:lnTo>
                    <a:pt x="2047780" y="51318"/>
                  </a:lnTo>
                  <a:lnTo>
                    <a:pt x="1998762" y="39507"/>
                  </a:lnTo>
                  <a:lnTo>
                    <a:pt x="1949169" y="29185"/>
                  </a:lnTo>
                  <a:lnTo>
                    <a:pt x="1899025" y="20378"/>
                  </a:lnTo>
                  <a:lnTo>
                    <a:pt x="1848354" y="13113"/>
                  </a:lnTo>
                  <a:lnTo>
                    <a:pt x="1797181" y="7415"/>
                  </a:lnTo>
                  <a:lnTo>
                    <a:pt x="1745530" y="3313"/>
                  </a:lnTo>
                  <a:lnTo>
                    <a:pt x="1693424" y="832"/>
                  </a:lnTo>
                  <a:lnTo>
                    <a:pt x="1640888" y="0"/>
                  </a:lnTo>
                  <a:lnTo>
                    <a:pt x="1592508" y="699"/>
                  </a:lnTo>
                  <a:lnTo>
                    <a:pt x="1544475" y="2785"/>
                  </a:lnTo>
                  <a:lnTo>
                    <a:pt x="1496809" y="6239"/>
                  </a:lnTo>
                  <a:lnTo>
                    <a:pt x="1449529" y="11041"/>
                  </a:lnTo>
                  <a:lnTo>
                    <a:pt x="1402655" y="17171"/>
                  </a:lnTo>
                  <a:lnTo>
                    <a:pt x="1356204" y="24611"/>
                  </a:lnTo>
                  <a:lnTo>
                    <a:pt x="1310197" y="33341"/>
                  </a:lnTo>
                  <a:lnTo>
                    <a:pt x="1264653" y="43343"/>
                  </a:lnTo>
                  <a:lnTo>
                    <a:pt x="1219592" y="54596"/>
                  </a:lnTo>
                  <a:lnTo>
                    <a:pt x="1175031" y="67082"/>
                  </a:lnTo>
                  <a:lnTo>
                    <a:pt x="1130992" y="80781"/>
                  </a:lnTo>
                  <a:lnTo>
                    <a:pt x="1087492" y="95675"/>
                  </a:lnTo>
                  <a:lnTo>
                    <a:pt x="1044551" y="111743"/>
                  </a:lnTo>
                  <a:lnTo>
                    <a:pt x="1002188" y="128967"/>
                  </a:lnTo>
                  <a:lnTo>
                    <a:pt x="960423" y="147327"/>
                  </a:lnTo>
                  <a:lnTo>
                    <a:pt x="919275" y="166805"/>
                  </a:lnTo>
                  <a:lnTo>
                    <a:pt x="878763" y="187380"/>
                  </a:lnTo>
                  <a:lnTo>
                    <a:pt x="838906" y="209034"/>
                  </a:lnTo>
                  <a:lnTo>
                    <a:pt x="799724" y="231748"/>
                  </a:lnTo>
                  <a:lnTo>
                    <a:pt x="761236" y="255502"/>
                  </a:lnTo>
                  <a:lnTo>
                    <a:pt x="723460" y="280277"/>
                  </a:lnTo>
                  <a:lnTo>
                    <a:pt x="686417" y="306053"/>
                  </a:lnTo>
                  <a:lnTo>
                    <a:pt x="650125" y="332812"/>
                  </a:lnTo>
                  <a:lnTo>
                    <a:pt x="614604" y="360534"/>
                  </a:lnTo>
                  <a:lnTo>
                    <a:pt x="579873" y="389200"/>
                  </a:lnTo>
                  <a:lnTo>
                    <a:pt x="545951" y="418791"/>
                  </a:lnTo>
                  <a:lnTo>
                    <a:pt x="512858" y="449287"/>
                  </a:lnTo>
                  <a:lnTo>
                    <a:pt x="480612" y="480670"/>
                  </a:lnTo>
                  <a:lnTo>
                    <a:pt x="449233" y="512920"/>
                  </a:lnTo>
                  <a:lnTo>
                    <a:pt x="418740" y="546017"/>
                  </a:lnTo>
                  <a:lnTo>
                    <a:pt x="389153" y="579943"/>
                  </a:lnTo>
                  <a:lnTo>
                    <a:pt x="360490" y="614678"/>
                  </a:lnTo>
                  <a:lnTo>
                    <a:pt x="332772" y="650204"/>
                  </a:lnTo>
                  <a:lnTo>
                    <a:pt x="306016" y="686500"/>
                  </a:lnTo>
                  <a:lnTo>
                    <a:pt x="280243" y="723548"/>
                  </a:lnTo>
                  <a:lnTo>
                    <a:pt x="255471" y="761328"/>
                  </a:lnTo>
                  <a:lnTo>
                    <a:pt x="231720" y="799821"/>
                  </a:lnTo>
                  <a:lnTo>
                    <a:pt x="209009" y="839008"/>
                  </a:lnTo>
                  <a:lnTo>
                    <a:pt x="187358" y="878870"/>
                  </a:lnTo>
                  <a:lnTo>
                    <a:pt x="166785" y="919387"/>
                  </a:lnTo>
                  <a:lnTo>
                    <a:pt x="147309" y="960540"/>
                  </a:lnTo>
                  <a:lnTo>
                    <a:pt x="128951" y="1002310"/>
                  </a:lnTo>
                  <a:lnTo>
                    <a:pt x="111729" y="1044677"/>
                  </a:lnTo>
                  <a:lnTo>
                    <a:pt x="95663" y="1087623"/>
                  </a:lnTo>
                  <a:lnTo>
                    <a:pt x="80771" y="1131128"/>
                  </a:lnTo>
                  <a:lnTo>
                    <a:pt x="67074" y="1175173"/>
                  </a:lnTo>
                  <a:lnTo>
                    <a:pt x="54589" y="1219739"/>
                  </a:lnTo>
                  <a:lnTo>
                    <a:pt x="43338" y="1264806"/>
                  </a:lnTo>
                  <a:lnTo>
                    <a:pt x="33337" y="1310356"/>
                  </a:lnTo>
                  <a:lnTo>
                    <a:pt x="24608" y="1356368"/>
                  </a:lnTo>
                  <a:lnTo>
                    <a:pt x="17169" y="1402824"/>
                  </a:lnTo>
                  <a:lnTo>
                    <a:pt x="11039" y="1449705"/>
                  </a:lnTo>
                  <a:lnTo>
                    <a:pt x="6238" y="1496990"/>
                  </a:lnTo>
                  <a:lnTo>
                    <a:pt x="2785" y="1544662"/>
                  </a:lnTo>
                  <a:lnTo>
                    <a:pt x="699" y="1592700"/>
                  </a:lnTo>
                  <a:lnTo>
                    <a:pt x="0" y="1641086"/>
                  </a:lnTo>
                  <a:lnTo>
                    <a:pt x="0" y="1790276"/>
                  </a:lnTo>
                  <a:lnTo>
                    <a:pt x="223757" y="1790276"/>
                  </a:lnTo>
                  <a:lnTo>
                    <a:pt x="223757" y="1641086"/>
                  </a:lnTo>
                  <a:lnTo>
                    <a:pt x="224714" y="1590262"/>
                  </a:lnTo>
                  <a:lnTo>
                    <a:pt x="227543" y="1539774"/>
                  </a:lnTo>
                  <a:lnTo>
                    <a:pt x="232182" y="1489686"/>
                  </a:lnTo>
                  <a:lnTo>
                    <a:pt x="238572" y="1440059"/>
                  </a:lnTo>
                  <a:lnTo>
                    <a:pt x="246649" y="1390953"/>
                  </a:lnTo>
                  <a:lnTo>
                    <a:pt x="256354" y="1342431"/>
                  </a:lnTo>
                  <a:lnTo>
                    <a:pt x="267624" y="1294553"/>
                  </a:lnTo>
                  <a:lnTo>
                    <a:pt x="280397" y="1247381"/>
                  </a:lnTo>
                  <a:lnTo>
                    <a:pt x="294614" y="1200977"/>
                  </a:lnTo>
                  <a:lnTo>
                    <a:pt x="432597" y="1256923"/>
                  </a:lnTo>
                  <a:lnTo>
                    <a:pt x="444426" y="1221199"/>
                  </a:lnTo>
                  <a:lnTo>
                    <a:pt x="457304" y="1186524"/>
                  </a:lnTo>
                  <a:lnTo>
                    <a:pt x="470881" y="1152548"/>
                  </a:lnTo>
                  <a:lnTo>
                    <a:pt x="484807" y="1118922"/>
                  </a:lnTo>
                  <a:lnTo>
                    <a:pt x="346824" y="1062976"/>
                  </a:lnTo>
                  <a:lnTo>
                    <a:pt x="368828" y="1015793"/>
                  </a:lnTo>
                  <a:lnTo>
                    <a:pt x="392799" y="969441"/>
                  </a:lnTo>
                  <a:lnTo>
                    <a:pt x="418605" y="924051"/>
                  </a:lnTo>
                  <a:lnTo>
                    <a:pt x="446116" y="879753"/>
                  </a:lnTo>
                  <a:lnTo>
                    <a:pt x="475200" y="836678"/>
                  </a:lnTo>
                  <a:lnTo>
                    <a:pt x="505726" y="794959"/>
                  </a:lnTo>
                  <a:lnTo>
                    <a:pt x="537564" y="754726"/>
                  </a:lnTo>
                  <a:lnTo>
                    <a:pt x="570581" y="716110"/>
                  </a:lnTo>
                  <a:lnTo>
                    <a:pt x="675001" y="820543"/>
                  </a:lnTo>
                  <a:lnTo>
                    <a:pt x="700232" y="792628"/>
                  </a:lnTo>
                  <a:lnTo>
                    <a:pt x="725813" y="765063"/>
                  </a:lnTo>
                  <a:lnTo>
                    <a:pt x="752093" y="738197"/>
                  </a:lnTo>
                  <a:lnTo>
                    <a:pt x="779422" y="712380"/>
                  </a:lnTo>
                  <a:lnTo>
                    <a:pt x="675001" y="607948"/>
                  </a:lnTo>
                  <a:lnTo>
                    <a:pt x="713452" y="573520"/>
                  </a:lnTo>
                  <a:lnTo>
                    <a:pt x="753258" y="540229"/>
                  </a:lnTo>
                  <a:lnTo>
                    <a:pt x="794375" y="508162"/>
                  </a:lnTo>
                  <a:lnTo>
                    <a:pt x="836759" y="477407"/>
                  </a:lnTo>
                  <a:lnTo>
                    <a:pt x="880367" y="448049"/>
                  </a:lnTo>
                  <a:lnTo>
                    <a:pt x="925155" y="420178"/>
                  </a:lnTo>
                  <a:lnTo>
                    <a:pt x="971079" y="393881"/>
                  </a:lnTo>
                  <a:lnTo>
                    <a:pt x="1018096" y="369244"/>
                  </a:lnTo>
                  <a:lnTo>
                    <a:pt x="1074036" y="507245"/>
                  </a:lnTo>
                  <a:lnTo>
                    <a:pt x="1107657" y="491102"/>
                  </a:lnTo>
                  <a:lnTo>
                    <a:pt x="1141629" y="476008"/>
                  </a:lnTo>
                  <a:lnTo>
                    <a:pt x="1176300" y="461613"/>
                  </a:lnTo>
                  <a:lnTo>
                    <a:pt x="1212019" y="447569"/>
                  </a:lnTo>
                  <a:lnTo>
                    <a:pt x="1156080" y="309568"/>
                  </a:lnTo>
                  <a:lnTo>
                    <a:pt x="1204146" y="292427"/>
                  </a:lnTo>
                  <a:lnTo>
                    <a:pt x="1253216" y="277341"/>
                  </a:lnTo>
                  <a:lnTo>
                    <a:pt x="1303249" y="264265"/>
                  </a:lnTo>
                  <a:lnTo>
                    <a:pt x="1354199" y="253156"/>
                  </a:lnTo>
                  <a:lnTo>
                    <a:pt x="1406023" y="243970"/>
                  </a:lnTo>
                  <a:lnTo>
                    <a:pt x="1458677" y="236663"/>
                  </a:lnTo>
                  <a:lnTo>
                    <a:pt x="1512118" y="231193"/>
                  </a:lnTo>
                  <a:lnTo>
                    <a:pt x="1566302" y="227514"/>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5" name="Google Shape;115;p3"/>
            <p:cNvSpPr/>
            <p:nvPr/>
          </p:nvSpPr>
          <p:spPr>
            <a:xfrm>
              <a:off x="11093952" y="3252000"/>
              <a:ext cx="485140" cy="1089660"/>
            </a:xfrm>
            <a:custGeom>
              <a:rect b="b" l="l" r="r" t="t"/>
              <a:pathLst>
                <a:path extrusionOk="0" h="1089660" w="485140">
                  <a:moveTo>
                    <a:pt x="190193" y="0"/>
                  </a:moveTo>
                  <a:lnTo>
                    <a:pt x="29834" y="160378"/>
                  </a:lnTo>
                  <a:lnTo>
                    <a:pt x="88104" y="257818"/>
                  </a:lnTo>
                  <a:lnTo>
                    <a:pt x="114267" y="307762"/>
                  </a:lnTo>
                  <a:lnTo>
                    <a:pt x="137983" y="358055"/>
                  </a:lnTo>
                  <a:lnTo>
                    <a:pt x="0" y="417731"/>
                  </a:lnTo>
                  <a:lnTo>
                    <a:pt x="52210" y="555731"/>
                  </a:lnTo>
                  <a:lnTo>
                    <a:pt x="190193" y="499785"/>
                  </a:lnTo>
                  <a:lnTo>
                    <a:pt x="217184" y="593361"/>
                  </a:lnTo>
                  <a:lnTo>
                    <a:pt x="238158" y="689761"/>
                  </a:lnTo>
                  <a:lnTo>
                    <a:pt x="252625" y="788495"/>
                  </a:lnTo>
                  <a:lnTo>
                    <a:pt x="260093" y="889070"/>
                  </a:lnTo>
                  <a:lnTo>
                    <a:pt x="261050" y="1089084"/>
                  </a:lnTo>
                  <a:lnTo>
                    <a:pt x="484808" y="1089084"/>
                  </a:lnTo>
                  <a:lnTo>
                    <a:pt x="484000" y="887532"/>
                  </a:lnTo>
                  <a:lnTo>
                    <a:pt x="477608" y="784216"/>
                  </a:lnTo>
                  <a:lnTo>
                    <a:pt x="464996" y="682892"/>
                  </a:lnTo>
                  <a:lnTo>
                    <a:pt x="446342" y="583694"/>
                  </a:lnTo>
                  <a:lnTo>
                    <a:pt x="421825" y="486756"/>
                  </a:lnTo>
                  <a:lnTo>
                    <a:pt x="391626" y="392213"/>
                  </a:lnTo>
                  <a:lnTo>
                    <a:pt x="355921" y="300198"/>
                  </a:lnTo>
                  <a:lnTo>
                    <a:pt x="314892" y="210847"/>
                  </a:lnTo>
                  <a:lnTo>
                    <a:pt x="268715" y="124292"/>
                  </a:lnTo>
                  <a:lnTo>
                    <a:pt x="217572" y="40670"/>
                  </a:lnTo>
                  <a:lnTo>
                    <a:pt x="190193"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6" name="Google Shape;116;p3"/>
            <p:cNvSpPr/>
            <p:nvPr/>
          </p:nvSpPr>
          <p:spPr>
            <a:xfrm>
              <a:off x="11093952" y="3252000"/>
              <a:ext cx="485140" cy="1089660"/>
            </a:xfrm>
            <a:custGeom>
              <a:rect b="b" l="l" r="r" t="t"/>
              <a:pathLst>
                <a:path extrusionOk="0" h="1089660" w="485140">
                  <a:moveTo>
                    <a:pt x="190193" y="0"/>
                  </a:moveTo>
                  <a:lnTo>
                    <a:pt x="29834" y="160378"/>
                  </a:lnTo>
                  <a:lnTo>
                    <a:pt x="59843" y="208574"/>
                  </a:lnTo>
                  <a:lnTo>
                    <a:pt x="88104" y="257818"/>
                  </a:lnTo>
                  <a:lnTo>
                    <a:pt x="114267" y="307762"/>
                  </a:lnTo>
                  <a:lnTo>
                    <a:pt x="137983" y="358055"/>
                  </a:lnTo>
                  <a:lnTo>
                    <a:pt x="0" y="417731"/>
                  </a:lnTo>
                  <a:lnTo>
                    <a:pt x="13926" y="451881"/>
                  </a:lnTo>
                  <a:lnTo>
                    <a:pt x="27503" y="486731"/>
                  </a:lnTo>
                  <a:lnTo>
                    <a:pt x="40381" y="521581"/>
                  </a:lnTo>
                  <a:lnTo>
                    <a:pt x="52210" y="555731"/>
                  </a:lnTo>
                  <a:lnTo>
                    <a:pt x="190193" y="499785"/>
                  </a:lnTo>
                  <a:lnTo>
                    <a:pt x="204410" y="546189"/>
                  </a:lnTo>
                  <a:lnTo>
                    <a:pt x="217184" y="593361"/>
                  </a:lnTo>
                  <a:lnTo>
                    <a:pt x="228453" y="641239"/>
                  </a:lnTo>
                  <a:lnTo>
                    <a:pt x="238158" y="689761"/>
                  </a:lnTo>
                  <a:lnTo>
                    <a:pt x="246235" y="738867"/>
                  </a:lnTo>
                  <a:lnTo>
                    <a:pt x="252625" y="788495"/>
                  </a:lnTo>
                  <a:lnTo>
                    <a:pt x="257265" y="838583"/>
                  </a:lnTo>
                  <a:lnTo>
                    <a:pt x="260093" y="889070"/>
                  </a:lnTo>
                  <a:lnTo>
                    <a:pt x="261050" y="939895"/>
                  </a:lnTo>
                  <a:lnTo>
                    <a:pt x="261050" y="1089084"/>
                  </a:lnTo>
                  <a:lnTo>
                    <a:pt x="484808" y="1089084"/>
                  </a:lnTo>
                  <a:lnTo>
                    <a:pt x="484808" y="939895"/>
                  </a:lnTo>
                  <a:lnTo>
                    <a:pt x="484000" y="887532"/>
                  </a:lnTo>
                  <a:lnTo>
                    <a:pt x="481593" y="835633"/>
                  </a:lnTo>
                  <a:lnTo>
                    <a:pt x="477608" y="784216"/>
                  </a:lnTo>
                  <a:lnTo>
                    <a:pt x="472068" y="733297"/>
                  </a:lnTo>
                  <a:lnTo>
                    <a:pt x="464996" y="682892"/>
                  </a:lnTo>
                  <a:lnTo>
                    <a:pt x="456413" y="633019"/>
                  </a:lnTo>
                  <a:lnTo>
                    <a:pt x="446342" y="583694"/>
                  </a:lnTo>
                  <a:lnTo>
                    <a:pt x="434805" y="534934"/>
                  </a:lnTo>
                  <a:lnTo>
                    <a:pt x="421825" y="486756"/>
                  </a:lnTo>
                  <a:lnTo>
                    <a:pt x="407425" y="439177"/>
                  </a:lnTo>
                  <a:lnTo>
                    <a:pt x="391626" y="392213"/>
                  </a:lnTo>
                  <a:lnTo>
                    <a:pt x="374450" y="345881"/>
                  </a:lnTo>
                  <a:lnTo>
                    <a:pt x="355921" y="300198"/>
                  </a:lnTo>
                  <a:lnTo>
                    <a:pt x="336061" y="255181"/>
                  </a:lnTo>
                  <a:lnTo>
                    <a:pt x="314892" y="210847"/>
                  </a:lnTo>
                  <a:lnTo>
                    <a:pt x="292436" y="167211"/>
                  </a:lnTo>
                  <a:lnTo>
                    <a:pt x="268715" y="124292"/>
                  </a:lnTo>
                  <a:lnTo>
                    <a:pt x="243753" y="82106"/>
                  </a:lnTo>
                  <a:lnTo>
                    <a:pt x="217572" y="40670"/>
                  </a:lnTo>
                  <a:lnTo>
                    <a:pt x="190193" y="0"/>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7" name="Google Shape;117;p3"/>
            <p:cNvSpPr/>
            <p:nvPr/>
          </p:nvSpPr>
          <p:spPr>
            <a:xfrm>
              <a:off x="9780555" y="2961080"/>
              <a:ext cx="1425575" cy="1429385"/>
            </a:xfrm>
            <a:custGeom>
              <a:rect b="b" l="l" r="r" t="t"/>
              <a:pathLst>
                <a:path extrusionOk="0" h="1429385" w="1425575">
                  <a:moveTo>
                    <a:pt x="1425275" y="0"/>
                  </a:moveTo>
                  <a:lnTo>
                    <a:pt x="52896" y="1163679"/>
                  </a:lnTo>
                  <a:lnTo>
                    <a:pt x="34249" y="1182328"/>
                  </a:lnTo>
                  <a:lnTo>
                    <a:pt x="10054" y="1223415"/>
                  </a:lnTo>
                  <a:lnTo>
                    <a:pt x="0" y="1268440"/>
                  </a:lnTo>
                  <a:lnTo>
                    <a:pt x="3908" y="1314182"/>
                  </a:lnTo>
                  <a:lnTo>
                    <a:pt x="21600" y="1357417"/>
                  </a:lnTo>
                  <a:lnTo>
                    <a:pt x="52896" y="1394923"/>
                  </a:lnTo>
                  <a:lnTo>
                    <a:pt x="93978" y="1419122"/>
                  </a:lnTo>
                  <a:lnTo>
                    <a:pt x="138998" y="1429177"/>
                  </a:lnTo>
                  <a:lnTo>
                    <a:pt x="184734" y="1425268"/>
                  </a:lnTo>
                  <a:lnTo>
                    <a:pt x="227964" y="1407575"/>
                  </a:lnTo>
                  <a:lnTo>
                    <a:pt x="265465" y="1376275"/>
                  </a:lnTo>
                  <a:lnTo>
                    <a:pt x="1425275"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8" name="Google Shape;118;p3"/>
            <p:cNvSpPr/>
            <p:nvPr/>
          </p:nvSpPr>
          <p:spPr>
            <a:xfrm>
              <a:off x="9780555" y="2961080"/>
              <a:ext cx="1425575" cy="1429385"/>
            </a:xfrm>
            <a:custGeom>
              <a:rect b="b" l="l" r="r" t="t"/>
              <a:pathLst>
                <a:path extrusionOk="0" h="1429385" w="1425575">
                  <a:moveTo>
                    <a:pt x="52896" y="1163679"/>
                  </a:moveTo>
                  <a:lnTo>
                    <a:pt x="47885" y="1167118"/>
                  </a:lnTo>
                  <a:lnTo>
                    <a:pt x="43573" y="1171605"/>
                  </a:lnTo>
                  <a:lnTo>
                    <a:pt x="39261" y="1176792"/>
                  </a:lnTo>
                  <a:lnTo>
                    <a:pt x="34249" y="1182328"/>
                  </a:lnTo>
                  <a:lnTo>
                    <a:pt x="10054" y="1223415"/>
                  </a:lnTo>
                  <a:lnTo>
                    <a:pt x="0" y="1268440"/>
                  </a:lnTo>
                  <a:lnTo>
                    <a:pt x="3908" y="1314182"/>
                  </a:lnTo>
                  <a:lnTo>
                    <a:pt x="21600" y="1357417"/>
                  </a:lnTo>
                  <a:lnTo>
                    <a:pt x="52896" y="1394923"/>
                  </a:lnTo>
                  <a:lnTo>
                    <a:pt x="93978" y="1419122"/>
                  </a:lnTo>
                  <a:lnTo>
                    <a:pt x="138998" y="1429177"/>
                  </a:lnTo>
                  <a:lnTo>
                    <a:pt x="184734" y="1425268"/>
                  </a:lnTo>
                  <a:lnTo>
                    <a:pt x="227964" y="1407575"/>
                  </a:lnTo>
                  <a:lnTo>
                    <a:pt x="265465" y="1376275"/>
                  </a:lnTo>
                  <a:lnTo>
                    <a:pt x="1425275" y="0"/>
                  </a:lnTo>
                  <a:lnTo>
                    <a:pt x="52896" y="1163679"/>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4"/>
          <p:cNvSpPr txBox="1"/>
          <p:nvPr>
            <p:ph type="title"/>
          </p:nvPr>
        </p:nvSpPr>
        <p:spPr>
          <a:xfrm>
            <a:off x="3362705" y="485978"/>
            <a:ext cx="5475000" cy="1301100"/>
          </a:xfrm>
          <a:prstGeom prst="rect">
            <a:avLst/>
          </a:prstGeom>
          <a:noFill/>
          <a:ln>
            <a:noFill/>
          </a:ln>
        </p:spPr>
        <p:txBody>
          <a:bodyPr anchorCtr="0" anchor="t" bIns="0" lIns="0" spcFirstLastPara="1" rIns="0" wrap="square" tIns="89525">
            <a:spAutoFit/>
          </a:bodyPr>
          <a:lstStyle/>
          <a:p>
            <a:pPr indent="-1347470" lvl="0" marL="1359535" marR="5080" rtl="0" algn="l">
              <a:lnSpc>
                <a:spcPct val="107954"/>
              </a:lnSpc>
              <a:spcBef>
                <a:spcPts val="0"/>
              </a:spcBef>
              <a:spcAft>
                <a:spcPts val="0"/>
              </a:spcAft>
              <a:buNone/>
            </a:pPr>
            <a:r>
              <a:rPr lang="en-US"/>
              <a:t>DESIGN APPROACH AND ALGORITHM</a:t>
            </a:r>
            <a:endParaRPr/>
          </a:p>
        </p:txBody>
      </p:sp>
      <p:pic>
        <p:nvPicPr>
          <p:cNvPr id="121" name="Google Shape;121;p4"/>
          <p:cNvPicPr preferRelativeResize="0"/>
          <p:nvPr/>
        </p:nvPicPr>
        <p:blipFill rotWithShape="1">
          <a:blip r:embed="rId2">
            <a:alphaModFix/>
          </a:blip>
          <a:srcRect b="0" l="0" r="0" t="0"/>
          <a:stretch/>
        </p:blipFill>
        <p:spPr>
          <a:xfrm>
            <a:off x="1018655" y="2856463"/>
            <a:ext cx="672208" cy="878449"/>
          </a:xfrm>
          <a:prstGeom prst="rect">
            <a:avLst/>
          </a:prstGeom>
          <a:noFill/>
          <a:ln>
            <a:noFill/>
          </a:ln>
        </p:spPr>
      </p:pic>
      <p:sp>
        <p:nvSpPr>
          <p:cNvPr id="122" name="Google Shape;122;p4"/>
          <p:cNvSpPr txBox="1"/>
          <p:nvPr/>
        </p:nvSpPr>
        <p:spPr>
          <a:xfrm>
            <a:off x="2329433" y="2101788"/>
            <a:ext cx="7415400" cy="4355400"/>
          </a:xfrm>
          <a:prstGeom prst="rect">
            <a:avLst/>
          </a:prstGeom>
          <a:noFill/>
          <a:ln>
            <a:noFill/>
          </a:ln>
        </p:spPr>
        <p:txBody>
          <a:bodyPr anchorCtr="0" anchor="t" bIns="0" lIns="0" spcFirstLastPara="1" rIns="0" wrap="square" tIns="83175">
            <a:spAutoFit/>
          </a:bodyPr>
          <a:lstStyle/>
          <a:p>
            <a:pPr indent="0" lvl="0" marL="12700" marR="0" rtl="0" algn="l">
              <a:lnSpc>
                <a:spcPct val="100000"/>
              </a:lnSpc>
              <a:spcBef>
                <a:spcPts val="0"/>
              </a:spcBef>
              <a:spcAft>
                <a:spcPts val="0"/>
              </a:spcAft>
              <a:buNone/>
            </a:pPr>
            <a:r>
              <a:rPr b="1" lang="en-US" sz="2000">
                <a:latin typeface="Arial"/>
                <a:ea typeface="Arial"/>
                <a:cs typeface="Arial"/>
                <a:sym typeface="Arial"/>
              </a:rPr>
              <a:t>Design Approach</a:t>
            </a:r>
            <a:endParaRPr sz="2000">
              <a:latin typeface="Arial"/>
              <a:ea typeface="Arial"/>
              <a:cs typeface="Arial"/>
              <a:sym typeface="Arial"/>
            </a:endParaRPr>
          </a:p>
          <a:p>
            <a:pPr indent="-228600" lvl="0" marL="1155700" marR="5080" rtl="0" algn="l">
              <a:lnSpc>
                <a:spcPct val="108125"/>
              </a:lnSpc>
              <a:spcBef>
                <a:spcPts val="650"/>
              </a:spcBef>
              <a:spcAft>
                <a:spcPts val="0"/>
              </a:spcAft>
              <a:buSzPts val="1600"/>
              <a:buFont typeface="Arial"/>
              <a:buChar char="•"/>
            </a:pPr>
            <a:r>
              <a:rPr b="1" lang="en-US" sz="1600">
                <a:latin typeface="Arial"/>
                <a:ea typeface="Arial"/>
                <a:cs typeface="Arial"/>
                <a:sym typeface="Arial"/>
              </a:rPr>
              <a:t>ESP32</a:t>
            </a:r>
            <a:r>
              <a:rPr lang="en-US" sz="1600">
                <a:latin typeface="Arial"/>
                <a:ea typeface="Arial"/>
                <a:cs typeface="Arial"/>
                <a:sym typeface="Arial"/>
              </a:rPr>
              <a:t>: Main controller, handles data from sensors, sends data to Blynk, logs data on SD card.</a:t>
            </a:r>
            <a:endParaRPr sz="1600">
              <a:latin typeface="Arial"/>
              <a:ea typeface="Arial"/>
              <a:cs typeface="Arial"/>
              <a:sym typeface="Arial"/>
            </a:endParaRPr>
          </a:p>
          <a:p>
            <a:pPr indent="-227964" lvl="0" marL="1155065" marR="0" rtl="0" algn="l">
              <a:lnSpc>
                <a:spcPct val="100000"/>
              </a:lnSpc>
              <a:spcBef>
                <a:spcPts val="380"/>
              </a:spcBef>
              <a:spcAft>
                <a:spcPts val="0"/>
              </a:spcAft>
              <a:buSzPts val="1600"/>
              <a:buFont typeface="Arial"/>
              <a:buChar char="•"/>
            </a:pPr>
            <a:r>
              <a:rPr b="1" lang="en-US" sz="1600">
                <a:latin typeface="Arial"/>
                <a:ea typeface="Arial"/>
                <a:cs typeface="Arial"/>
                <a:sym typeface="Arial"/>
              </a:rPr>
              <a:t>BMP280 Sensor</a:t>
            </a:r>
            <a:r>
              <a:rPr lang="en-US" sz="1600">
                <a:latin typeface="Arial"/>
                <a:ea typeface="Arial"/>
                <a:cs typeface="Arial"/>
                <a:sym typeface="Arial"/>
              </a:rPr>
              <a:t>: Measures temperature and pressure.</a:t>
            </a:r>
            <a:endParaRPr sz="1600">
              <a:latin typeface="Arial"/>
              <a:ea typeface="Arial"/>
              <a:cs typeface="Arial"/>
              <a:sym typeface="Arial"/>
            </a:endParaRPr>
          </a:p>
          <a:p>
            <a:pPr indent="-227964" lvl="0" marL="1155065" marR="0" rtl="0" algn="l">
              <a:lnSpc>
                <a:spcPct val="100000"/>
              </a:lnSpc>
              <a:spcBef>
                <a:spcPts val="409"/>
              </a:spcBef>
              <a:spcAft>
                <a:spcPts val="0"/>
              </a:spcAft>
              <a:buSzPts val="1600"/>
              <a:buFont typeface="Arial"/>
              <a:buChar char="•"/>
            </a:pPr>
            <a:r>
              <a:rPr b="1" lang="en-US" sz="1600">
                <a:latin typeface="Arial"/>
                <a:ea typeface="Arial"/>
                <a:cs typeface="Arial"/>
                <a:sym typeface="Arial"/>
              </a:rPr>
              <a:t>MQ2 Sensor</a:t>
            </a:r>
            <a:r>
              <a:rPr lang="en-US" sz="1600">
                <a:latin typeface="Arial"/>
                <a:ea typeface="Arial"/>
                <a:cs typeface="Arial"/>
                <a:sym typeface="Arial"/>
              </a:rPr>
              <a:t>: Measures LPG, gas concentration, and smoke.</a:t>
            </a:r>
            <a:endParaRPr sz="1600">
              <a:latin typeface="Arial"/>
              <a:ea typeface="Arial"/>
              <a:cs typeface="Arial"/>
              <a:sym typeface="Arial"/>
            </a:endParaRPr>
          </a:p>
          <a:p>
            <a:pPr indent="-228600" lvl="0" marL="1155700" marR="568325" rtl="0" algn="l">
              <a:lnSpc>
                <a:spcPct val="108125"/>
              </a:lnSpc>
              <a:spcBef>
                <a:spcPts val="625"/>
              </a:spcBef>
              <a:spcAft>
                <a:spcPts val="0"/>
              </a:spcAft>
              <a:buSzPts val="1600"/>
              <a:buFont typeface="Arial"/>
              <a:buChar char="•"/>
            </a:pPr>
            <a:r>
              <a:rPr b="1" lang="en-US" sz="1600">
                <a:latin typeface="Arial"/>
                <a:ea typeface="Arial"/>
                <a:cs typeface="Arial"/>
                <a:sym typeface="Arial"/>
              </a:rPr>
              <a:t>SD Card Module</a:t>
            </a:r>
            <a:r>
              <a:rPr lang="en-US" sz="1600">
                <a:latin typeface="Arial"/>
                <a:ea typeface="Arial"/>
                <a:cs typeface="Arial"/>
                <a:sym typeface="Arial"/>
              </a:rPr>
              <a:t>: Stores data every 5 seconds for record-keeping and analysis.</a:t>
            </a:r>
            <a:endParaRPr sz="1600">
              <a:latin typeface="Arial"/>
              <a:ea typeface="Arial"/>
              <a:cs typeface="Arial"/>
              <a:sym typeface="Arial"/>
            </a:endParaRPr>
          </a:p>
          <a:p>
            <a:pPr indent="0" lvl="0" marL="0" marR="0" rtl="0" algn="l">
              <a:lnSpc>
                <a:spcPct val="100000"/>
              </a:lnSpc>
              <a:spcBef>
                <a:spcPts val="680"/>
              </a:spcBef>
              <a:spcAft>
                <a:spcPts val="0"/>
              </a:spcAft>
              <a:buSzPts val="1600"/>
              <a:buFont typeface="Arial"/>
              <a:buNone/>
            </a:pPr>
            <a:r>
              <a:t/>
            </a:r>
            <a:endParaRPr sz="1600">
              <a:latin typeface="Arial"/>
              <a:ea typeface="Arial"/>
              <a:cs typeface="Arial"/>
              <a:sym typeface="Arial"/>
            </a:endParaRPr>
          </a:p>
          <a:p>
            <a:pPr indent="0" lvl="0" marL="12700" marR="0" rtl="0" algn="l">
              <a:lnSpc>
                <a:spcPct val="100000"/>
              </a:lnSpc>
              <a:spcBef>
                <a:spcPts val="0"/>
              </a:spcBef>
              <a:spcAft>
                <a:spcPts val="0"/>
              </a:spcAft>
              <a:buNone/>
            </a:pPr>
            <a:r>
              <a:rPr b="1" lang="en-US" sz="2000">
                <a:latin typeface="Arial"/>
                <a:ea typeface="Arial"/>
                <a:cs typeface="Arial"/>
                <a:sym typeface="Arial"/>
              </a:rPr>
              <a:t>Algorithm</a:t>
            </a:r>
            <a:endParaRPr sz="2000">
              <a:latin typeface="Arial"/>
              <a:ea typeface="Arial"/>
              <a:cs typeface="Arial"/>
              <a:sym typeface="Arial"/>
            </a:endParaRPr>
          </a:p>
          <a:p>
            <a:pPr indent="-227964" lvl="0" marL="1155065" marR="0" rtl="0" algn="l">
              <a:lnSpc>
                <a:spcPct val="100000"/>
              </a:lnSpc>
              <a:spcBef>
                <a:spcPts val="434"/>
              </a:spcBef>
              <a:spcAft>
                <a:spcPts val="0"/>
              </a:spcAft>
              <a:buSzPts val="1600"/>
              <a:buFont typeface="Arial"/>
              <a:buChar char="•"/>
            </a:pPr>
            <a:r>
              <a:rPr b="1" lang="en-US" sz="1600">
                <a:latin typeface="Arial"/>
                <a:ea typeface="Arial"/>
                <a:cs typeface="Arial"/>
                <a:sym typeface="Arial"/>
              </a:rPr>
              <a:t>Step 1</a:t>
            </a:r>
            <a:r>
              <a:rPr lang="en-US" sz="1600">
                <a:latin typeface="Arial"/>
                <a:ea typeface="Arial"/>
                <a:cs typeface="Arial"/>
                <a:sym typeface="Arial"/>
              </a:rPr>
              <a:t>: Initialize sensors and SD card.</a:t>
            </a:r>
            <a:endParaRPr sz="1600">
              <a:latin typeface="Arial"/>
              <a:ea typeface="Arial"/>
              <a:cs typeface="Arial"/>
              <a:sym typeface="Arial"/>
            </a:endParaRPr>
          </a:p>
          <a:p>
            <a:pPr indent="-227964" lvl="0" marL="1155065" marR="0" rtl="0" algn="l">
              <a:lnSpc>
                <a:spcPct val="100000"/>
              </a:lnSpc>
              <a:spcBef>
                <a:spcPts val="409"/>
              </a:spcBef>
              <a:spcAft>
                <a:spcPts val="0"/>
              </a:spcAft>
              <a:buSzPts val="1600"/>
              <a:buFont typeface="Arial"/>
              <a:buChar char="•"/>
            </a:pPr>
            <a:r>
              <a:rPr b="1" lang="en-US" sz="1600">
                <a:latin typeface="Arial"/>
                <a:ea typeface="Arial"/>
                <a:cs typeface="Arial"/>
                <a:sym typeface="Arial"/>
              </a:rPr>
              <a:t>Step 2</a:t>
            </a:r>
            <a:r>
              <a:rPr lang="en-US" sz="1600">
                <a:latin typeface="Arial"/>
                <a:ea typeface="Arial"/>
                <a:cs typeface="Arial"/>
                <a:sym typeface="Arial"/>
              </a:rPr>
              <a:t>: Read data from BMP208 and MQ2 sensors.</a:t>
            </a:r>
            <a:endParaRPr sz="1600">
              <a:latin typeface="Arial"/>
              <a:ea typeface="Arial"/>
              <a:cs typeface="Arial"/>
              <a:sym typeface="Arial"/>
            </a:endParaRPr>
          </a:p>
          <a:p>
            <a:pPr indent="-227964" lvl="0" marL="1155065" marR="0" rtl="0" algn="l">
              <a:lnSpc>
                <a:spcPct val="100000"/>
              </a:lnSpc>
              <a:spcBef>
                <a:spcPts val="409"/>
              </a:spcBef>
              <a:spcAft>
                <a:spcPts val="0"/>
              </a:spcAft>
              <a:buSzPts val="1600"/>
              <a:buFont typeface="Arial"/>
              <a:buChar char="•"/>
            </a:pPr>
            <a:r>
              <a:rPr b="1" lang="en-US" sz="1600">
                <a:latin typeface="Arial"/>
                <a:ea typeface="Arial"/>
                <a:cs typeface="Arial"/>
                <a:sym typeface="Arial"/>
              </a:rPr>
              <a:t>Step 3</a:t>
            </a:r>
            <a:r>
              <a:rPr lang="en-US" sz="1600">
                <a:latin typeface="Arial"/>
                <a:ea typeface="Arial"/>
                <a:cs typeface="Arial"/>
                <a:sym typeface="Arial"/>
              </a:rPr>
              <a:t>: Display data on Blynk app in real time.</a:t>
            </a:r>
            <a:endParaRPr sz="1600">
              <a:latin typeface="Arial"/>
              <a:ea typeface="Arial"/>
              <a:cs typeface="Arial"/>
              <a:sym typeface="Arial"/>
            </a:endParaRPr>
          </a:p>
          <a:p>
            <a:pPr indent="-227964" lvl="0" marL="1155065" marR="0" rtl="0" algn="l">
              <a:lnSpc>
                <a:spcPct val="100000"/>
              </a:lnSpc>
              <a:spcBef>
                <a:spcPts val="405"/>
              </a:spcBef>
              <a:spcAft>
                <a:spcPts val="0"/>
              </a:spcAft>
              <a:buSzPts val="1600"/>
              <a:buFont typeface="Arial"/>
              <a:buChar char="•"/>
            </a:pPr>
            <a:r>
              <a:rPr b="1" lang="en-US" sz="1600">
                <a:latin typeface="Arial"/>
                <a:ea typeface="Arial"/>
                <a:cs typeface="Arial"/>
                <a:sym typeface="Arial"/>
              </a:rPr>
              <a:t>Step 4</a:t>
            </a:r>
            <a:r>
              <a:rPr lang="en-US" sz="1600">
                <a:latin typeface="Arial"/>
                <a:ea typeface="Arial"/>
                <a:cs typeface="Arial"/>
                <a:sym typeface="Arial"/>
              </a:rPr>
              <a:t>: Save data to SD card every 5 seconds.</a:t>
            </a:r>
            <a:endParaRPr sz="1600">
              <a:latin typeface="Arial"/>
              <a:ea typeface="Arial"/>
              <a:cs typeface="Arial"/>
              <a:sym typeface="Arial"/>
            </a:endParaRPr>
          </a:p>
          <a:p>
            <a:pPr indent="-227964" lvl="0" marL="1155065" marR="0" rtl="0" algn="l">
              <a:lnSpc>
                <a:spcPct val="100000"/>
              </a:lnSpc>
              <a:spcBef>
                <a:spcPts val="409"/>
              </a:spcBef>
              <a:spcAft>
                <a:spcPts val="0"/>
              </a:spcAft>
              <a:buSzPts val="1600"/>
              <a:buFont typeface="Arial"/>
              <a:buChar char="•"/>
            </a:pPr>
            <a:r>
              <a:rPr b="1" lang="en-US" sz="1600">
                <a:latin typeface="Arial"/>
                <a:ea typeface="Arial"/>
                <a:cs typeface="Arial"/>
                <a:sym typeface="Arial"/>
              </a:rPr>
              <a:t>Step 5</a:t>
            </a:r>
            <a:r>
              <a:rPr lang="en-US" sz="1600">
                <a:latin typeface="Arial"/>
                <a:ea typeface="Arial"/>
                <a:cs typeface="Arial"/>
                <a:sym typeface="Arial"/>
              </a:rPr>
              <a:t>: Repeat.</a:t>
            </a:r>
            <a:endParaRPr sz="1600">
              <a:latin typeface="Arial"/>
              <a:ea typeface="Arial"/>
              <a:cs typeface="Arial"/>
              <a:sym typeface="Arial"/>
            </a:endParaRPr>
          </a:p>
        </p:txBody>
      </p:sp>
      <p:pic>
        <p:nvPicPr>
          <p:cNvPr id="123" name="Google Shape;123;p4"/>
          <p:cNvPicPr preferRelativeResize="0"/>
          <p:nvPr/>
        </p:nvPicPr>
        <p:blipFill rotWithShape="1">
          <a:blip r:embed="rId3">
            <a:alphaModFix/>
          </a:blip>
          <a:srcRect b="0" l="0" r="0" t="0"/>
          <a:stretch/>
        </p:blipFill>
        <p:spPr>
          <a:xfrm>
            <a:off x="6641592" y="816863"/>
            <a:ext cx="5225795" cy="5224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013204" y="697991"/>
            <a:ext cx="8190230" cy="5541645"/>
          </a:xfrm>
          <a:custGeom>
            <a:avLst/>
            <a:gdLst/>
            <a:ahLst/>
            <a:cxnLst/>
            <a:rect l="l" t="t" r="r" b="b"/>
            <a:pathLst>
              <a:path w="8190230" h="5541645">
                <a:moveTo>
                  <a:pt x="1301876" y="0"/>
                </a:moveTo>
                <a:lnTo>
                  <a:pt x="1287958" y="855"/>
                </a:lnTo>
                <a:lnTo>
                  <a:pt x="1274540" y="4556"/>
                </a:lnTo>
                <a:lnTo>
                  <a:pt x="1261836" y="11947"/>
                </a:lnTo>
                <a:lnTo>
                  <a:pt x="1250060" y="23875"/>
                </a:lnTo>
                <a:lnTo>
                  <a:pt x="1291558" y="44284"/>
                </a:lnTo>
                <a:lnTo>
                  <a:pt x="1336251" y="57055"/>
                </a:lnTo>
                <a:lnTo>
                  <a:pt x="1433448" y="76040"/>
                </a:lnTo>
                <a:lnTo>
                  <a:pt x="1485063" y="90430"/>
                </a:lnTo>
                <a:lnTo>
                  <a:pt x="1538096" y="113537"/>
                </a:lnTo>
                <a:lnTo>
                  <a:pt x="1087754" y="66421"/>
                </a:lnTo>
                <a:lnTo>
                  <a:pt x="1080008" y="96900"/>
                </a:lnTo>
                <a:lnTo>
                  <a:pt x="1132588" y="104268"/>
                </a:lnTo>
                <a:lnTo>
                  <a:pt x="1184501" y="113368"/>
                </a:lnTo>
                <a:lnTo>
                  <a:pt x="1235877" y="123897"/>
                </a:lnTo>
                <a:lnTo>
                  <a:pt x="1286849" y="135553"/>
                </a:lnTo>
                <a:lnTo>
                  <a:pt x="1337548" y="148034"/>
                </a:lnTo>
                <a:lnTo>
                  <a:pt x="1489325" y="187398"/>
                </a:lnTo>
                <a:lnTo>
                  <a:pt x="1540251" y="200151"/>
                </a:lnTo>
                <a:lnTo>
                  <a:pt x="1591563" y="212217"/>
                </a:lnTo>
                <a:lnTo>
                  <a:pt x="1579758" y="225335"/>
                </a:lnTo>
                <a:lnTo>
                  <a:pt x="1568084" y="230679"/>
                </a:lnTo>
                <a:lnTo>
                  <a:pt x="1556720" y="231237"/>
                </a:lnTo>
                <a:lnTo>
                  <a:pt x="1490768" y="224227"/>
                </a:lnTo>
                <a:lnTo>
                  <a:pt x="1435857" y="217670"/>
                </a:lnTo>
                <a:lnTo>
                  <a:pt x="1381306" y="209541"/>
                </a:lnTo>
                <a:lnTo>
                  <a:pt x="1327310" y="199053"/>
                </a:lnTo>
                <a:lnTo>
                  <a:pt x="1274063" y="185420"/>
                </a:lnTo>
                <a:lnTo>
                  <a:pt x="1258778" y="182314"/>
                </a:lnTo>
                <a:lnTo>
                  <a:pt x="1243504" y="182483"/>
                </a:lnTo>
                <a:lnTo>
                  <a:pt x="1229826" y="187009"/>
                </a:lnTo>
                <a:lnTo>
                  <a:pt x="1219327" y="196977"/>
                </a:lnTo>
                <a:lnTo>
                  <a:pt x="1214068" y="213985"/>
                </a:lnTo>
                <a:lnTo>
                  <a:pt x="1219358" y="228266"/>
                </a:lnTo>
                <a:lnTo>
                  <a:pt x="1273758" y="263570"/>
                </a:lnTo>
                <a:lnTo>
                  <a:pt x="1364233" y="272161"/>
                </a:lnTo>
                <a:lnTo>
                  <a:pt x="1422543" y="281930"/>
                </a:lnTo>
                <a:lnTo>
                  <a:pt x="1468697" y="298503"/>
                </a:lnTo>
                <a:lnTo>
                  <a:pt x="1504073" y="322891"/>
                </a:lnTo>
                <a:lnTo>
                  <a:pt x="1530049" y="356106"/>
                </a:lnTo>
                <a:lnTo>
                  <a:pt x="1548003" y="399161"/>
                </a:lnTo>
                <a:lnTo>
                  <a:pt x="1500836" y="388286"/>
                </a:lnTo>
                <a:lnTo>
                  <a:pt x="1454131" y="385783"/>
                </a:lnTo>
                <a:lnTo>
                  <a:pt x="1407779" y="387873"/>
                </a:lnTo>
                <a:lnTo>
                  <a:pt x="1361670" y="390779"/>
                </a:lnTo>
                <a:lnTo>
                  <a:pt x="1315695" y="390720"/>
                </a:lnTo>
                <a:lnTo>
                  <a:pt x="1269745" y="383921"/>
                </a:lnTo>
                <a:lnTo>
                  <a:pt x="1250189" y="382349"/>
                </a:lnTo>
                <a:lnTo>
                  <a:pt x="1231407" y="386683"/>
                </a:lnTo>
                <a:lnTo>
                  <a:pt x="1219507" y="397351"/>
                </a:lnTo>
                <a:lnTo>
                  <a:pt x="1220596" y="414782"/>
                </a:lnTo>
                <a:lnTo>
                  <a:pt x="1232608" y="432764"/>
                </a:lnTo>
                <a:lnTo>
                  <a:pt x="1242107" y="446436"/>
                </a:lnTo>
                <a:lnTo>
                  <a:pt x="1236152" y="454251"/>
                </a:lnTo>
                <a:lnTo>
                  <a:pt x="1201801" y="454660"/>
                </a:lnTo>
                <a:lnTo>
                  <a:pt x="1157880" y="457301"/>
                </a:lnTo>
                <a:lnTo>
                  <a:pt x="1113520" y="467121"/>
                </a:lnTo>
                <a:lnTo>
                  <a:pt x="1086375" y="478966"/>
                </a:lnTo>
                <a:lnTo>
                  <a:pt x="1094104" y="487680"/>
                </a:lnTo>
                <a:lnTo>
                  <a:pt x="1133254" y="495224"/>
                </a:lnTo>
                <a:lnTo>
                  <a:pt x="1173464" y="504031"/>
                </a:lnTo>
                <a:lnTo>
                  <a:pt x="1263395" y="524763"/>
                </a:lnTo>
                <a:lnTo>
                  <a:pt x="1212028" y="537694"/>
                </a:lnTo>
                <a:lnTo>
                  <a:pt x="1166209" y="541051"/>
                </a:lnTo>
                <a:lnTo>
                  <a:pt x="1123771" y="536265"/>
                </a:lnTo>
                <a:lnTo>
                  <a:pt x="1082547" y="524763"/>
                </a:lnTo>
                <a:lnTo>
                  <a:pt x="1029600" y="507311"/>
                </a:lnTo>
                <a:lnTo>
                  <a:pt x="974058" y="493537"/>
                </a:lnTo>
                <a:lnTo>
                  <a:pt x="920849" y="489027"/>
                </a:lnTo>
                <a:lnTo>
                  <a:pt x="874902" y="499363"/>
                </a:lnTo>
                <a:lnTo>
                  <a:pt x="827642" y="515837"/>
                </a:lnTo>
                <a:lnTo>
                  <a:pt x="782784" y="520935"/>
                </a:lnTo>
                <a:lnTo>
                  <a:pt x="739407" y="518584"/>
                </a:lnTo>
                <a:lnTo>
                  <a:pt x="696590" y="512710"/>
                </a:lnTo>
                <a:lnTo>
                  <a:pt x="653414" y="507238"/>
                </a:lnTo>
                <a:lnTo>
                  <a:pt x="604181" y="502482"/>
                </a:lnTo>
                <a:lnTo>
                  <a:pt x="555017" y="497220"/>
                </a:lnTo>
                <a:lnTo>
                  <a:pt x="358549" y="474509"/>
                </a:lnTo>
                <a:lnTo>
                  <a:pt x="309353" y="469268"/>
                </a:lnTo>
                <a:lnTo>
                  <a:pt x="260076" y="464542"/>
                </a:lnTo>
                <a:lnTo>
                  <a:pt x="210693" y="460502"/>
                </a:lnTo>
                <a:lnTo>
                  <a:pt x="164967" y="455213"/>
                </a:lnTo>
                <a:lnTo>
                  <a:pt x="115776" y="449913"/>
                </a:lnTo>
                <a:lnTo>
                  <a:pt x="61370" y="450732"/>
                </a:lnTo>
                <a:lnTo>
                  <a:pt x="0" y="463804"/>
                </a:lnTo>
                <a:lnTo>
                  <a:pt x="49500" y="481124"/>
                </a:lnTo>
                <a:lnTo>
                  <a:pt x="99261" y="496990"/>
                </a:lnTo>
                <a:lnTo>
                  <a:pt x="149238" y="511550"/>
                </a:lnTo>
                <a:lnTo>
                  <a:pt x="199389" y="524952"/>
                </a:lnTo>
                <a:lnTo>
                  <a:pt x="249669" y="537345"/>
                </a:lnTo>
                <a:lnTo>
                  <a:pt x="300035" y="548878"/>
                </a:lnTo>
                <a:lnTo>
                  <a:pt x="350443" y="559699"/>
                </a:lnTo>
                <a:lnTo>
                  <a:pt x="400849" y="569957"/>
                </a:lnTo>
                <a:lnTo>
                  <a:pt x="451210" y="579800"/>
                </a:lnTo>
                <a:lnTo>
                  <a:pt x="651325" y="618001"/>
                </a:lnTo>
                <a:lnTo>
                  <a:pt x="700803" y="628001"/>
                </a:lnTo>
                <a:lnTo>
                  <a:pt x="749973" y="638478"/>
                </a:lnTo>
                <a:lnTo>
                  <a:pt x="798792" y="649581"/>
                </a:lnTo>
                <a:lnTo>
                  <a:pt x="847216" y="661458"/>
                </a:lnTo>
                <a:lnTo>
                  <a:pt x="895201" y="674258"/>
                </a:lnTo>
                <a:lnTo>
                  <a:pt x="942703" y="688130"/>
                </a:lnTo>
                <a:lnTo>
                  <a:pt x="989679" y="703222"/>
                </a:lnTo>
                <a:lnTo>
                  <a:pt x="1036086" y="719683"/>
                </a:lnTo>
                <a:lnTo>
                  <a:pt x="1081878" y="737661"/>
                </a:lnTo>
                <a:lnTo>
                  <a:pt x="1127013" y="757305"/>
                </a:lnTo>
                <a:lnTo>
                  <a:pt x="1171447" y="778763"/>
                </a:lnTo>
                <a:lnTo>
                  <a:pt x="1151385" y="796258"/>
                </a:lnTo>
                <a:lnTo>
                  <a:pt x="1124203" y="818419"/>
                </a:lnTo>
                <a:lnTo>
                  <a:pt x="1105689" y="838057"/>
                </a:lnTo>
                <a:lnTo>
                  <a:pt x="1111631" y="847979"/>
                </a:lnTo>
                <a:lnTo>
                  <a:pt x="1163117" y="857056"/>
                </a:lnTo>
                <a:lnTo>
                  <a:pt x="1212812" y="870645"/>
                </a:lnTo>
                <a:lnTo>
                  <a:pt x="1261299" y="887252"/>
                </a:lnTo>
                <a:lnTo>
                  <a:pt x="1356995" y="923544"/>
                </a:lnTo>
                <a:lnTo>
                  <a:pt x="1406144" y="948642"/>
                </a:lnTo>
                <a:lnTo>
                  <a:pt x="1419502" y="969210"/>
                </a:lnTo>
                <a:lnTo>
                  <a:pt x="1417193" y="998220"/>
                </a:lnTo>
                <a:lnTo>
                  <a:pt x="1396365" y="1002762"/>
                </a:lnTo>
                <a:lnTo>
                  <a:pt x="1377442" y="1000267"/>
                </a:lnTo>
                <a:lnTo>
                  <a:pt x="1359471" y="995130"/>
                </a:lnTo>
                <a:lnTo>
                  <a:pt x="1341500" y="991743"/>
                </a:lnTo>
                <a:lnTo>
                  <a:pt x="1318752" y="992499"/>
                </a:lnTo>
                <a:lnTo>
                  <a:pt x="1294002" y="995981"/>
                </a:lnTo>
                <a:lnTo>
                  <a:pt x="1276778" y="1000869"/>
                </a:lnTo>
                <a:lnTo>
                  <a:pt x="1276604" y="1005840"/>
                </a:lnTo>
                <a:lnTo>
                  <a:pt x="1297180" y="1022587"/>
                </a:lnTo>
                <a:lnTo>
                  <a:pt x="1296312" y="1042919"/>
                </a:lnTo>
                <a:lnTo>
                  <a:pt x="1275268" y="1082510"/>
                </a:lnTo>
                <a:lnTo>
                  <a:pt x="1277606" y="1095857"/>
                </a:lnTo>
                <a:lnTo>
                  <a:pt x="1303528" y="1100963"/>
                </a:lnTo>
                <a:lnTo>
                  <a:pt x="1352825" y="1106208"/>
                </a:lnTo>
                <a:lnTo>
                  <a:pt x="1397490" y="1119828"/>
                </a:lnTo>
                <a:lnTo>
                  <a:pt x="1438984" y="1139077"/>
                </a:lnTo>
                <a:lnTo>
                  <a:pt x="1518315" y="1183477"/>
                </a:lnTo>
                <a:lnTo>
                  <a:pt x="1559077" y="1203136"/>
                </a:lnTo>
                <a:lnTo>
                  <a:pt x="1602521" y="1217441"/>
                </a:lnTo>
                <a:lnTo>
                  <a:pt x="1650110" y="1223645"/>
                </a:lnTo>
                <a:lnTo>
                  <a:pt x="1664047" y="1227429"/>
                </a:lnTo>
                <a:lnTo>
                  <a:pt x="1673875" y="1236773"/>
                </a:lnTo>
                <a:lnTo>
                  <a:pt x="1679632" y="1249523"/>
                </a:lnTo>
                <a:lnTo>
                  <a:pt x="1681353" y="1263523"/>
                </a:lnTo>
                <a:lnTo>
                  <a:pt x="1677935" y="1276967"/>
                </a:lnTo>
                <a:lnTo>
                  <a:pt x="1668780" y="1285160"/>
                </a:lnTo>
                <a:lnTo>
                  <a:pt x="1655528" y="1289615"/>
                </a:lnTo>
                <a:lnTo>
                  <a:pt x="1639823" y="1291844"/>
                </a:lnTo>
                <a:lnTo>
                  <a:pt x="1614483" y="1289480"/>
                </a:lnTo>
                <a:lnTo>
                  <a:pt x="1587881" y="1284271"/>
                </a:lnTo>
                <a:lnTo>
                  <a:pt x="1559278" y="1286468"/>
                </a:lnTo>
                <a:lnTo>
                  <a:pt x="1527936" y="1306322"/>
                </a:lnTo>
                <a:lnTo>
                  <a:pt x="1574704" y="1321883"/>
                </a:lnTo>
                <a:lnTo>
                  <a:pt x="1617637" y="1340345"/>
                </a:lnTo>
                <a:lnTo>
                  <a:pt x="1652871" y="1364642"/>
                </a:lnTo>
                <a:lnTo>
                  <a:pt x="1676541" y="1397705"/>
                </a:lnTo>
                <a:lnTo>
                  <a:pt x="1684782" y="1442466"/>
                </a:lnTo>
                <a:lnTo>
                  <a:pt x="1690034" y="1457342"/>
                </a:lnTo>
                <a:lnTo>
                  <a:pt x="1703943" y="1467850"/>
                </a:lnTo>
                <a:lnTo>
                  <a:pt x="1722590" y="1475095"/>
                </a:lnTo>
                <a:lnTo>
                  <a:pt x="1742058" y="1480185"/>
                </a:lnTo>
                <a:lnTo>
                  <a:pt x="1771519" y="1488741"/>
                </a:lnTo>
                <a:lnTo>
                  <a:pt x="1798002" y="1500822"/>
                </a:lnTo>
                <a:lnTo>
                  <a:pt x="1820961" y="1517189"/>
                </a:lnTo>
                <a:lnTo>
                  <a:pt x="1839848" y="1538605"/>
                </a:lnTo>
                <a:lnTo>
                  <a:pt x="1839086" y="1551305"/>
                </a:lnTo>
                <a:lnTo>
                  <a:pt x="1841626" y="1556385"/>
                </a:lnTo>
                <a:lnTo>
                  <a:pt x="1827041" y="1600924"/>
                </a:lnTo>
                <a:lnTo>
                  <a:pt x="1797049" y="1621901"/>
                </a:lnTo>
                <a:lnTo>
                  <a:pt x="1756009" y="1625804"/>
                </a:lnTo>
                <a:lnTo>
                  <a:pt x="1708276" y="1619123"/>
                </a:lnTo>
                <a:lnTo>
                  <a:pt x="1613376" y="1598227"/>
                </a:lnTo>
                <a:lnTo>
                  <a:pt x="1565530" y="1591453"/>
                </a:lnTo>
                <a:lnTo>
                  <a:pt x="1517037" y="1591621"/>
                </a:lnTo>
                <a:lnTo>
                  <a:pt x="1467611" y="1602105"/>
                </a:lnTo>
                <a:lnTo>
                  <a:pt x="1518554" y="1616247"/>
                </a:lnTo>
                <a:lnTo>
                  <a:pt x="1570256" y="1627659"/>
                </a:lnTo>
                <a:lnTo>
                  <a:pt x="1622233" y="1637824"/>
                </a:lnTo>
                <a:lnTo>
                  <a:pt x="1674002" y="1648227"/>
                </a:lnTo>
                <a:lnTo>
                  <a:pt x="1725077" y="1660352"/>
                </a:lnTo>
                <a:lnTo>
                  <a:pt x="1774975" y="1675683"/>
                </a:lnTo>
                <a:lnTo>
                  <a:pt x="1823211" y="1695704"/>
                </a:lnTo>
                <a:lnTo>
                  <a:pt x="1773016" y="1696019"/>
                </a:lnTo>
                <a:lnTo>
                  <a:pt x="1723276" y="1694602"/>
                </a:lnTo>
                <a:lnTo>
                  <a:pt x="1673956" y="1691575"/>
                </a:lnTo>
                <a:lnTo>
                  <a:pt x="1625020" y="1687059"/>
                </a:lnTo>
                <a:lnTo>
                  <a:pt x="1576433" y="1681178"/>
                </a:lnTo>
                <a:lnTo>
                  <a:pt x="1528159" y="1674054"/>
                </a:lnTo>
                <a:lnTo>
                  <a:pt x="1480163" y="1665808"/>
                </a:lnTo>
                <a:lnTo>
                  <a:pt x="1432409" y="1656564"/>
                </a:lnTo>
                <a:lnTo>
                  <a:pt x="1384862" y="1646443"/>
                </a:lnTo>
                <a:lnTo>
                  <a:pt x="1337486" y="1635567"/>
                </a:lnTo>
                <a:lnTo>
                  <a:pt x="1290247" y="1624060"/>
                </a:lnTo>
                <a:lnTo>
                  <a:pt x="1243107" y="1612042"/>
                </a:lnTo>
                <a:lnTo>
                  <a:pt x="1196033" y="1599637"/>
                </a:lnTo>
                <a:lnTo>
                  <a:pt x="1054843" y="1561319"/>
                </a:lnTo>
                <a:lnTo>
                  <a:pt x="960389" y="1536076"/>
                </a:lnTo>
                <a:lnTo>
                  <a:pt x="912958" y="1523913"/>
                </a:lnTo>
                <a:lnTo>
                  <a:pt x="865343" y="1512218"/>
                </a:lnTo>
                <a:lnTo>
                  <a:pt x="817509" y="1501113"/>
                </a:lnTo>
                <a:lnTo>
                  <a:pt x="769421" y="1490721"/>
                </a:lnTo>
                <a:lnTo>
                  <a:pt x="721042" y="1481164"/>
                </a:lnTo>
                <a:lnTo>
                  <a:pt x="672338" y="1472565"/>
                </a:lnTo>
                <a:lnTo>
                  <a:pt x="685361" y="1498998"/>
                </a:lnTo>
                <a:lnTo>
                  <a:pt x="703278" y="1515538"/>
                </a:lnTo>
                <a:lnTo>
                  <a:pt x="724076" y="1525196"/>
                </a:lnTo>
                <a:lnTo>
                  <a:pt x="745744" y="1530985"/>
                </a:lnTo>
                <a:lnTo>
                  <a:pt x="793283" y="1543007"/>
                </a:lnTo>
                <a:lnTo>
                  <a:pt x="839676" y="1557090"/>
                </a:lnTo>
                <a:lnTo>
                  <a:pt x="885114" y="1572894"/>
                </a:lnTo>
                <a:lnTo>
                  <a:pt x="929787" y="1590082"/>
                </a:lnTo>
                <a:lnTo>
                  <a:pt x="973885" y="1608313"/>
                </a:lnTo>
                <a:lnTo>
                  <a:pt x="1017599" y="1627251"/>
                </a:lnTo>
                <a:lnTo>
                  <a:pt x="1104633" y="1665887"/>
                </a:lnTo>
                <a:lnTo>
                  <a:pt x="1148333" y="1684909"/>
                </a:lnTo>
                <a:lnTo>
                  <a:pt x="1186211" y="1702687"/>
                </a:lnTo>
                <a:lnTo>
                  <a:pt x="1218088" y="1723024"/>
                </a:lnTo>
                <a:lnTo>
                  <a:pt x="1243631" y="1748434"/>
                </a:lnTo>
                <a:lnTo>
                  <a:pt x="1262507" y="1781429"/>
                </a:lnTo>
                <a:lnTo>
                  <a:pt x="1279717" y="1810730"/>
                </a:lnTo>
                <a:lnTo>
                  <a:pt x="1304559" y="1830006"/>
                </a:lnTo>
                <a:lnTo>
                  <a:pt x="1338284" y="1838328"/>
                </a:lnTo>
                <a:lnTo>
                  <a:pt x="1382141" y="1834769"/>
                </a:lnTo>
                <a:lnTo>
                  <a:pt x="1423074" y="1829429"/>
                </a:lnTo>
                <a:lnTo>
                  <a:pt x="1465198" y="1828625"/>
                </a:lnTo>
                <a:lnTo>
                  <a:pt x="1507799" y="1830607"/>
                </a:lnTo>
                <a:lnTo>
                  <a:pt x="1550161" y="1833626"/>
                </a:lnTo>
                <a:lnTo>
                  <a:pt x="1598477" y="1844534"/>
                </a:lnTo>
                <a:lnTo>
                  <a:pt x="1640554" y="1866312"/>
                </a:lnTo>
                <a:lnTo>
                  <a:pt x="1669415" y="1915668"/>
                </a:lnTo>
                <a:lnTo>
                  <a:pt x="1643574" y="1938067"/>
                </a:lnTo>
                <a:lnTo>
                  <a:pt x="1612614" y="1943131"/>
                </a:lnTo>
                <a:lnTo>
                  <a:pt x="1578939" y="1938813"/>
                </a:lnTo>
                <a:lnTo>
                  <a:pt x="1544955" y="1933067"/>
                </a:lnTo>
                <a:lnTo>
                  <a:pt x="1501155" y="1927570"/>
                </a:lnTo>
                <a:lnTo>
                  <a:pt x="1453832" y="1921954"/>
                </a:lnTo>
                <a:lnTo>
                  <a:pt x="1415653" y="1918529"/>
                </a:lnTo>
                <a:lnTo>
                  <a:pt x="1399285" y="1919605"/>
                </a:lnTo>
                <a:lnTo>
                  <a:pt x="1378377" y="1952628"/>
                </a:lnTo>
                <a:lnTo>
                  <a:pt x="1343292" y="1969359"/>
                </a:lnTo>
                <a:lnTo>
                  <a:pt x="1298489" y="1973305"/>
                </a:lnTo>
                <a:lnTo>
                  <a:pt x="1248425" y="1967976"/>
                </a:lnTo>
                <a:lnTo>
                  <a:pt x="1197558" y="1956877"/>
                </a:lnTo>
                <a:lnTo>
                  <a:pt x="1150344" y="1943518"/>
                </a:lnTo>
                <a:lnTo>
                  <a:pt x="1111241" y="1931406"/>
                </a:lnTo>
                <a:lnTo>
                  <a:pt x="1084707" y="1924050"/>
                </a:lnTo>
                <a:lnTo>
                  <a:pt x="1038580" y="1920404"/>
                </a:lnTo>
                <a:lnTo>
                  <a:pt x="993441" y="1925177"/>
                </a:lnTo>
                <a:lnTo>
                  <a:pt x="948850" y="1933354"/>
                </a:lnTo>
                <a:lnTo>
                  <a:pt x="904366" y="1939925"/>
                </a:lnTo>
                <a:lnTo>
                  <a:pt x="873892" y="1942179"/>
                </a:lnTo>
                <a:lnTo>
                  <a:pt x="825970" y="1944554"/>
                </a:lnTo>
                <a:lnTo>
                  <a:pt x="766276" y="1946182"/>
                </a:lnTo>
                <a:lnTo>
                  <a:pt x="700484" y="1946195"/>
                </a:lnTo>
                <a:lnTo>
                  <a:pt x="634269" y="1943726"/>
                </a:lnTo>
                <a:lnTo>
                  <a:pt x="573307" y="1937906"/>
                </a:lnTo>
                <a:lnTo>
                  <a:pt x="523272" y="1927869"/>
                </a:lnTo>
                <a:lnTo>
                  <a:pt x="489838" y="1912747"/>
                </a:lnTo>
                <a:lnTo>
                  <a:pt x="487896" y="1936982"/>
                </a:lnTo>
                <a:lnTo>
                  <a:pt x="493156" y="1955180"/>
                </a:lnTo>
                <a:lnTo>
                  <a:pt x="502822" y="1969593"/>
                </a:lnTo>
                <a:lnTo>
                  <a:pt x="514095" y="1982470"/>
                </a:lnTo>
                <a:lnTo>
                  <a:pt x="526125" y="1999454"/>
                </a:lnTo>
                <a:lnTo>
                  <a:pt x="529177" y="2014616"/>
                </a:lnTo>
                <a:lnTo>
                  <a:pt x="520846" y="2028850"/>
                </a:lnTo>
                <a:lnTo>
                  <a:pt x="498728" y="2043049"/>
                </a:lnTo>
                <a:lnTo>
                  <a:pt x="444475" y="2070729"/>
                </a:lnTo>
                <a:lnTo>
                  <a:pt x="417294" y="2091674"/>
                </a:lnTo>
                <a:lnTo>
                  <a:pt x="416643" y="2111949"/>
                </a:lnTo>
                <a:lnTo>
                  <a:pt x="441979" y="2137618"/>
                </a:lnTo>
                <a:lnTo>
                  <a:pt x="492759" y="2174748"/>
                </a:lnTo>
                <a:lnTo>
                  <a:pt x="497966" y="2178050"/>
                </a:lnTo>
                <a:lnTo>
                  <a:pt x="495807" y="2188845"/>
                </a:lnTo>
                <a:lnTo>
                  <a:pt x="496569" y="2196211"/>
                </a:lnTo>
                <a:lnTo>
                  <a:pt x="474976" y="2198836"/>
                </a:lnTo>
                <a:lnTo>
                  <a:pt x="452024" y="2195687"/>
                </a:lnTo>
                <a:lnTo>
                  <a:pt x="428168" y="2196228"/>
                </a:lnTo>
                <a:lnTo>
                  <a:pt x="437784" y="2239822"/>
                </a:lnTo>
                <a:lnTo>
                  <a:pt x="474087" y="2266520"/>
                </a:lnTo>
                <a:lnTo>
                  <a:pt x="512511" y="2290490"/>
                </a:lnTo>
                <a:lnTo>
                  <a:pt x="552796" y="2312205"/>
                </a:lnTo>
                <a:lnTo>
                  <a:pt x="594684" y="2332137"/>
                </a:lnTo>
                <a:lnTo>
                  <a:pt x="637916" y="2350757"/>
                </a:lnTo>
                <a:lnTo>
                  <a:pt x="682233" y="2368538"/>
                </a:lnTo>
                <a:lnTo>
                  <a:pt x="773088" y="2403464"/>
                </a:lnTo>
                <a:lnTo>
                  <a:pt x="819108" y="2421555"/>
                </a:lnTo>
                <a:lnTo>
                  <a:pt x="865179" y="2440692"/>
                </a:lnTo>
                <a:lnTo>
                  <a:pt x="911041" y="2461347"/>
                </a:lnTo>
                <a:lnTo>
                  <a:pt x="956437" y="2483993"/>
                </a:lnTo>
                <a:lnTo>
                  <a:pt x="899943" y="2490144"/>
                </a:lnTo>
                <a:lnTo>
                  <a:pt x="848387" y="2485314"/>
                </a:lnTo>
                <a:lnTo>
                  <a:pt x="800779" y="2472871"/>
                </a:lnTo>
                <a:lnTo>
                  <a:pt x="756126" y="2456180"/>
                </a:lnTo>
                <a:lnTo>
                  <a:pt x="713437" y="2438607"/>
                </a:lnTo>
                <a:lnTo>
                  <a:pt x="671722" y="2423521"/>
                </a:lnTo>
                <a:lnTo>
                  <a:pt x="629989" y="2414286"/>
                </a:lnTo>
                <a:lnTo>
                  <a:pt x="587247" y="2414270"/>
                </a:lnTo>
                <a:lnTo>
                  <a:pt x="575148" y="2429204"/>
                </a:lnTo>
                <a:lnTo>
                  <a:pt x="578036" y="2445500"/>
                </a:lnTo>
                <a:lnTo>
                  <a:pt x="589252" y="2462396"/>
                </a:lnTo>
                <a:lnTo>
                  <a:pt x="602138" y="2479135"/>
                </a:lnTo>
                <a:lnTo>
                  <a:pt x="610036" y="2494957"/>
                </a:lnTo>
                <a:lnTo>
                  <a:pt x="606286" y="2509103"/>
                </a:lnTo>
                <a:lnTo>
                  <a:pt x="584230" y="2520814"/>
                </a:lnTo>
                <a:lnTo>
                  <a:pt x="537209" y="2529332"/>
                </a:lnTo>
                <a:lnTo>
                  <a:pt x="587515" y="2553771"/>
                </a:lnTo>
                <a:lnTo>
                  <a:pt x="632285" y="2578544"/>
                </a:lnTo>
                <a:lnTo>
                  <a:pt x="672887" y="2604269"/>
                </a:lnTo>
                <a:lnTo>
                  <a:pt x="710691" y="2631567"/>
                </a:lnTo>
                <a:lnTo>
                  <a:pt x="754913" y="2669873"/>
                </a:lnTo>
                <a:lnTo>
                  <a:pt x="782827" y="2705942"/>
                </a:lnTo>
                <a:lnTo>
                  <a:pt x="795045" y="2743114"/>
                </a:lnTo>
                <a:lnTo>
                  <a:pt x="792175" y="2784731"/>
                </a:lnTo>
                <a:lnTo>
                  <a:pt x="774826" y="2834132"/>
                </a:lnTo>
                <a:lnTo>
                  <a:pt x="753998" y="2878171"/>
                </a:lnTo>
                <a:lnTo>
                  <a:pt x="736504" y="2922412"/>
                </a:lnTo>
                <a:lnTo>
                  <a:pt x="730392" y="2968773"/>
                </a:lnTo>
                <a:lnTo>
                  <a:pt x="743712" y="3019171"/>
                </a:lnTo>
                <a:lnTo>
                  <a:pt x="754657" y="3051933"/>
                </a:lnTo>
                <a:lnTo>
                  <a:pt x="748792" y="3074955"/>
                </a:lnTo>
                <a:lnTo>
                  <a:pt x="721780" y="3084786"/>
                </a:lnTo>
                <a:lnTo>
                  <a:pt x="669289" y="3077972"/>
                </a:lnTo>
                <a:lnTo>
                  <a:pt x="619014" y="3071843"/>
                </a:lnTo>
                <a:lnTo>
                  <a:pt x="583100" y="3080546"/>
                </a:lnTo>
                <a:lnTo>
                  <a:pt x="561555" y="3102880"/>
                </a:lnTo>
                <a:lnTo>
                  <a:pt x="554384" y="3137643"/>
                </a:lnTo>
                <a:lnTo>
                  <a:pt x="566910" y="3217785"/>
                </a:lnTo>
                <a:lnTo>
                  <a:pt x="558688" y="3239087"/>
                </a:lnTo>
                <a:lnTo>
                  <a:pt x="535251" y="3248983"/>
                </a:lnTo>
                <a:lnTo>
                  <a:pt x="494919" y="3248914"/>
                </a:lnTo>
                <a:lnTo>
                  <a:pt x="451552" y="3241968"/>
                </a:lnTo>
                <a:lnTo>
                  <a:pt x="407855" y="3231999"/>
                </a:lnTo>
                <a:lnTo>
                  <a:pt x="362678" y="3222963"/>
                </a:lnTo>
                <a:lnTo>
                  <a:pt x="314867" y="3218816"/>
                </a:lnTo>
                <a:lnTo>
                  <a:pt x="263270" y="3223514"/>
                </a:lnTo>
                <a:lnTo>
                  <a:pt x="293711" y="3255305"/>
                </a:lnTo>
                <a:lnTo>
                  <a:pt x="330035" y="3278058"/>
                </a:lnTo>
                <a:lnTo>
                  <a:pt x="370469" y="3294712"/>
                </a:lnTo>
                <a:lnTo>
                  <a:pt x="413242" y="3308207"/>
                </a:lnTo>
                <a:lnTo>
                  <a:pt x="456580" y="3321481"/>
                </a:lnTo>
                <a:lnTo>
                  <a:pt x="498711" y="3337474"/>
                </a:lnTo>
                <a:lnTo>
                  <a:pt x="537862" y="3359126"/>
                </a:lnTo>
                <a:lnTo>
                  <a:pt x="572262" y="3389376"/>
                </a:lnTo>
                <a:lnTo>
                  <a:pt x="514931" y="3389307"/>
                </a:lnTo>
                <a:lnTo>
                  <a:pt x="462214" y="3388160"/>
                </a:lnTo>
                <a:lnTo>
                  <a:pt x="413119" y="3384977"/>
                </a:lnTo>
                <a:lnTo>
                  <a:pt x="366652" y="3378801"/>
                </a:lnTo>
                <a:lnTo>
                  <a:pt x="321818" y="3368675"/>
                </a:lnTo>
                <a:lnTo>
                  <a:pt x="298503" y="3362908"/>
                </a:lnTo>
                <a:lnTo>
                  <a:pt x="275891" y="3360547"/>
                </a:lnTo>
                <a:lnTo>
                  <a:pt x="255827" y="3365138"/>
                </a:lnTo>
                <a:lnTo>
                  <a:pt x="240156" y="3380232"/>
                </a:lnTo>
                <a:lnTo>
                  <a:pt x="235438" y="3402341"/>
                </a:lnTo>
                <a:lnTo>
                  <a:pt x="246506" y="3417760"/>
                </a:lnTo>
                <a:lnTo>
                  <a:pt x="266053" y="3427845"/>
                </a:lnTo>
                <a:lnTo>
                  <a:pt x="286765" y="3433953"/>
                </a:lnTo>
                <a:lnTo>
                  <a:pt x="337196" y="3450984"/>
                </a:lnTo>
                <a:lnTo>
                  <a:pt x="383317" y="3473910"/>
                </a:lnTo>
                <a:lnTo>
                  <a:pt x="470534" y="3525012"/>
                </a:lnTo>
                <a:lnTo>
                  <a:pt x="513818" y="3548258"/>
                </a:lnTo>
                <a:lnTo>
                  <a:pt x="601683" y="3594462"/>
                </a:lnTo>
                <a:lnTo>
                  <a:pt x="645531" y="3618558"/>
                </a:lnTo>
                <a:lnTo>
                  <a:pt x="688833" y="3644077"/>
                </a:lnTo>
                <a:lnTo>
                  <a:pt x="731223" y="3671588"/>
                </a:lnTo>
                <a:lnTo>
                  <a:pt x="772334" y="3701662"/>
                </a:lnTo>
                <a:lnTo>
                  <a:pt x="811798" y="3734866"/>
                </a:lnTo>
                <a:lnTo>
                  <a:pt x="849248" y="3771773"/>
                </a:lnTo>
                <a:lnTo>
                  <a:pt x="799297" y="3758956"/>
                </a:lnTo>
                <a:lnTo>
                  <a:pt x="751935" y="3743537"/>
                </a:lnTo>
                <a:lnTo>
                  <a:pt x="706454" y="3726626"/>
                </a:lnTo>
                <a:lnTo>
                  <a:pt x="662146" y="3709336"/>
                </a:lnTo>
                <a:lnTo>
                  <a:pt x="618302" y="3692778"/>
                </a:lnTo>
                <a:lnTo>
                  <a:pt x="574214" y="3678064"/>
                </a:lnTo>
                <a:lnTo>
                  <a:pt x="529174" y="3666306"/>
                </a:lnTo>
                <a:lnTo>
                  <a:pt x="482472" y="3658616"/>
                </a:lnTo>
                <a:lnTo>
                  <a:pt x="520373" y="3692763"/>
                </a:lnTo>
                <a:lnTo>
                  <a:pt x="560285" y="3724580"/>
                </a:lnTo>
                <a:lnTo>
                  <a:pt x="601885" y="3754425"/>
                </a:lnTo>
                <a:lnTo>
                  <a:pt x="644853" y="3782659"/>
                </a:lnTo>
                <a:lnTo>
                  <a:pt x="688867" y="3809640"/>
                </a:lnTo>
                <a:lnTo>
                  <a:pt x="733603" y="3835729"/>
                </a:lnTo>
                <a:lnTo>
                  <a:pt x="823959" y="3886666"/>
                </a:lnTo>
                <a:lnTo>
                  <a:pt x="868933" y="3912235"/>
                </a:lnTo>
                <a:lnTo>
                  <a:pt x="923051" y="3944715"/>
                </a:lnTo>
                <a:lnTo>
                  <a:pt x="954785" y="3996436"/>
                </a:lnTo>
                <a:lnTo>
                  <a:pt x="965996" y="4041112"/>
                </a:lnTo>
                <a:lnTo>
                  <a:pt x="983422" y="4082579"/>
                </a:lnTo>
                <a:lnTo>
                  <a:pt x="1007713" y="4120292"/>
                </a:lnTo>
                <a:lnTo>
                  <a:pt x="1039518" y="4153709"/>
                </a:lnTo>
                <a:lnTo>
                  <a:pt x="1079487" y="4182285"/>
                </a:lnTo>
                <a:lnTo>
                  <a:pt x="1128268" y="4205478"/>
                </a:lnTo>
                <a:lnTo>
                  <a:pt x="1127795" y="4207990"/>
                </a:lnTo>
                <a:lnTo>
                  <a:pt x="1119758" y="4229100"/>
                </a:lnTo>
                <a:lnTo>
                  <a:pt x="1072568" y="4222499"/>
                </a:lnTo>
                <a:lnTo>
                  <a:pt x="1026271" y="4206589"/>
                </a:lnTo>
                <a:lnTo>
                  <a:pt x="976616" y="4193488"/>
                </a:lnTo>
                <a:lnTo>
                  <a:pt x="919352" y="4195318"/>
                </a:lnTo>
                <a:lnTo>
                  <a:pt x="958470" y="4231594"/>
                </a:lnTo>
                <a:lnTo>
                  <a:pt x="997048" y="4265944"/>
                </a:lnTo>
                <a:lnTo>
                  <a:pt x="1036748" y="4297711"/>
                </a:lnTo>
                <a:lnTo>
                  <a:pt x="1079231" y="4326240"/>
                </a:lnTo>
                <a:lnTo>
                  <a:pt x="1126160" y="4350875"/>
                </a:lnTo>
                <a:lnTo>
                  <a:pt x="1179195" y="4370959"/>
                </a:lnTo>
                <a:lnTo>
                  <a:pt x="1274393" y="4398198"/>
                </a:lnTo>
                <a:lnTo>
                  <a:pt x="1322657" y="4414885"/>
                </a:lnTo>
                <a:lnTo>
                  <a:pt x="1368857" y="4436810"/>
                </a:lnTo>
                <a:lnTo>
                  <a:pt x="1411114" y="4466370"/>
                </a:lnTo>
                <a:lnTo>
                  <a:pt x="1447545" y="4505960"/>
                </a:lnTo>
                <a:lnTo>
                  <a:pt x="1393561" y="4512476"/>
                </a:lnTo>
                <a:lnTo>
                  <a:pt x="1345041" y="4508277"/>
                </a:lnTo>
                <a:lnTo>
                  <a:pt x="1300116" y="4497744"/>
                </a:lnTo>
                <a:lnTo>
                  <a:pt x="1204433" y="4470131"/>
                </a:lnTo>
                <a:lnTo>
                  <a:pt x="1047403" y="4423104"/>
                </a:lnTo>
                <a:lnTo>
                  <a:pt x="994918" y="4407916"/>
                </a:lnTo>
                <a:lnTo>
                  <a:pt x="969670" y="4402173"/>
                </a:lnTo>
                <a:lnTo>
                  <a:pt x="944959" y="4402074"/>
                </a:lnTo>
                <a:lnTo>
                  <a:pt x="922462" y="4412166"/>
                </a:lnTo>
                <a:lnTo>
                  <a:pt x="903858" y="4436999"/>
                </a:lnTo>
                <a:lnTo>
                  <a:pt x="956153" y="4445739"/>
                </a:lnTo>
                <a:lnTo>
                  <a:pt x="1002298" y="4461542"/>
                </a:lnTo>
                <a:lnTo>
                  <a:pt x="1043638" y="4482877"/>
                </a:lnTo>
                <a:lnTo>
                  <a:pt x="1081517" y="4508213"/>
                </a:lnTo>
                <a:lnTo>
                  <a:pt x="1117280" y="4536017"/>
                </a:lnTo>
                <a:lnTo>
                  <a:pt x="1152270" y="4564761"/>
                </a:lnTo>
                <a:lnTo>
                  <a:pt x="1181086" y="4589901"/>
                </a:lnTo>
                <a:lnTo>
                  <a:pt x="1211532" y="4612528"/>
                </a:lnTo>
                <a:lnTo>
                  <a:pt x="1247907" y="4626036"/>
                </a:lnTo>
                <a:lnTo>
                  <a:pt x="1294510" y="4623816"/>
                </a:lnTo>
                <a:lnTo>
                  <a:pt x="1319635" y="4623079"/>
                </a:lnTo>
                <a:lnTo>
                  <a:pt x="1338341" y="4632118"/>
                </a:lnTo>
                <a:lnTo>
                  <a:pt x="1349357" y="4648372"/>
                </a:lnTo>
                <a:lnTo>
                  <a:pt x="1351407" y="4669282"/>
                </a:lnTo>
                <a:lnTo>
                  <a:pt x="1352308" y="4716236"/>
                </a:lnTo>
                <a:lnTo>
                  <a:pt x="1367300" y="4753280"/>
                </a:lnTo>
                <a:lnTo>
                  <a:pt x="1393666" y="4781851"/>
                </a:lnTo>
                <a:lnTo>
                  <a:pt x="1428688" y="4803384"/>
                </a:lnTo>
                <a:lnTo>
                  <a:pt x="1469652" y="4819315"/>
                </a:lnTo>
                <a:lnTo>
                  <a:pt x="1513840" y="4831080"/>
                </a:lnTo>
                <a:lnTo>
                  <a:pt x="1564051" y="4843963"/>
                </a:lnTo>
                <a:lnTo>
                  <a:pt x="1612862" y="4859385"/>
                </a:lnTo>
                <a:lnTo>
                  <a:pt x="1660588" y="4876793"/>
                </a:lnTo>
                <a:lnTo>
                  <a:pt x="1707544" y="4895633"/>
                </a:lnTo>
                <a:lnTo>
                  <a:pt x="1754044" y="4915354"/>
                </a:lnTo>
                <a:lnTo>
                  <a:pt x="1800403" y="4935401"/>
                </a:lnTo>
                <a:lnTo>
                  <a:pt x="1846936" y="4955222"/>
                </a:lnTo>
                <a:lnTo>
                  <a:pt x="1893958" y="4974264"/>
                </a:lnTo>
                <a:lnTo>
                  <a:pt x="1941782" y="4991974"/>
                </a:lnTo>
                <a:lnTo>
                  <a:pt x="1990724" y="5007800"/>
                </a:lnTo>
                <a:lnTo>
                  <a:pt x="2037939" y="5023901"/>
                </a:lnTo>
                <a:lnTo>
                  <a:pt x="2083406" y="5043207"/>
                </a:lnTo>
                <a:lnTo>
                  <a:pt x="2127566" y="5065005"/>
                </a:lnTo>
                <a:lnTo>
                  <a:pt x="2170857" y="5088578"/>
                </a:lnTo>
                <a:lnTo>
                  <a:pt x="2213721" y="5113215"/>
                </a:lnTo>
                <a:lnTo>
                  <a:pt x="2256595" y="5138200"/>
                </a:lnTo>
                <a:lnTo>
                  <a:pt x="2299921" y="5162819"/>
                </a:lnTo>
                <a:lnTo>
                  <a:pt x="2344138" y="5186360"/>
                </a:lnTo>
                <a:lnTo>
                  <a:pt x="2389685" y="5208106"/>
                </a:lnTo>
                <a:lnTo>
                  <a:pt x="2437003" y="5227345"/>
                </a:lnTo>
                <a:lnTo>
                  <a:pt x="2486704" y="5246370"/>
                </a:lnTo>
                <a:lnTo>
                  <a:pt x="2536031" y="5266403"/>
                </a:lnTo>
                <a:lnTo>
                  <a:pt x="2634500" y="5307490"/>
                </a:lnTo>
                <a:lnTo>
                  <a:pt x="2684108" y="5327540"/>
                </a:lnTo>
                <a:lnTo>
                  <a:pt x="2734276" y="5346594"/>
                </a:lnTo>
                <a:lnTo>
                  <a:pt x="2785236" y="5364149"/>
                </a:lnTo>
                <a:lnTo>
                  <a:pt x="2832661" y="5379275"/>
                </a:lnTo>
                <a:lnTo>
                  <a:pt x="2880201" y="5394019"/>
                </a:lnTo>
                <a:lnTo>
                  <a:pt x="2927866" y="5408334"/>
                </a:lnTo>
                <a:lnTo>
                  <a:pt x="2975670" y="5422174"/>
                </a:lnTo>
                <a:lnTo>
                  <a:pt x="3023622" y="5435493"/>
                </a:lnTo>
                <a:lnTo>
                  <a:pt x="3071734" y="5448245"/>
                </a:lnTo>
                <a:lnTo>
                  <a:pt x="3120019" y="5460383"/>
                </a:lnTo>
                <a:lnTo>
                  <a:pt x="3168486" y="5471861"/>
                </a:lnTo>
                <a:lnTo>
                  <a:pt x="3217148" y="5482632"/>
                </a:lnTo>
                <a:lnTo>
                  <a:pt x="3266015" y="5492651"/>
                </a:lnTo>
                <a:lnTo>
                  <a:pt x="3315100" y="5501871"/>
                </a:lnTo>
                <a:lnTo>
                  <a:pt x="3364413" y="5510245"/>
                </a:lnTo>
                <a:lnTo>
                  <a:pt x="3413966" y="5517728"/>
                </a:lnTo>
                <a:lnTo>
                  <a:pt x="3463770" y="5524273"/>
                </a:lnTo>
                <a:lnTo>
                  <a:pt x="3513837" y="5529833"/>
                </a:lnTo>
                <a:lnTo>
                  <a:pt x="3564178" y="5534363"/>
                </a:lnTo>
                <a:lnTo>
                  <a:pt x="3614804" y="5537816"/>
                </a:lnTo>
                <a:lnTo>
                  <a:pt x="3665728" y="5540146"/>
                </a:lnTo>
                <a:lnTo>
                  <a:pt x="3737458" y="5541243"/>
                </a:lnTo>
                <a:lnTo>
                  <a:pt x="3801341" y="5540939"/>
                </a:lnTo>
                <a:lnTo>
                  <a:pt x="3879502" y="5539425"/>
                </a:lnTo>
                <a:lnTo>
                  <a:pt x="3938996" y="5537546"/>
                </a:lnTo>
                <a:lnTo>
                  <a:pt x="4004016" y="5534834"/>
                </a:lnTo>
                <a:lnTo>
                  <a:pt x="4074233" y="5531169"/>
                </a:lnTo>
                <a:lnTo>
                  <a:pt x="4149320" y="5526434"/>
                </a:lnTo>
                <a:lnTo>
                  <a:pt x="4228948" y="5520511"/>
                </a:lnTo>
                <a:lnTo>
                  <a:pt x="4312790" y="5513281"/>
                </a:lnTo>
                <a:lnTo>
                  <a:pt x="4356188" y="5509139"/>
                </a:lnTo>
                <a:lnTo>
                  <a:pt x="4400516" y="5504625"/>
                </a:lnTo>
                <a:lnTo>
                  <a:pt x="4445733" y="5499726"/>
                </a:lnTo>
                <a:lnTo>
                  <a:pt x="4491799" y="5494426"/>
                </a:lnTo>
                <a:lnTo>
                  <a:pt x="4538672" y="5488711"/>
                </a:lnTo>
                <a:lnTo>
                  <a:pt x="4586311" y="5482565"/>
                </a:lnTo>
                <a:lnTo>
                  <a:pt x="4634674" y="5475974"/>
                </a:lnTo>
                <a:lnTo>
                  <a:pt x="4683723" y="5468924"/>
                </a:lnTo>
                <a:lnTo>
                  <a:pt x="4733414" y="5461399"/>
                </a:lnTo>
                <a:lnTo>
                  <a:pt x="4783707" y="5453384"/>
                </a:lnTo>
                <a:lnTo>
                  <a:pt x="4834561" y="5444865"/>
                </a:lnTo>
                <a:lnTo>
                  <a:pt x="4885935" y="5435827"/>
                </a:lnTo>
                <a:lnTo>
                  <a:pt x="4937788" y="5426255"/>
                </a:lnTo>
                <a:lnTo>
                  <a:pt x="4990079" y="5416135"/>
                </a:lnTo>
                <a:lnTo>
                  <a:pt x="5042767" y="5405451"/>
                </a:lnTo>
                <a:lnTo>
                  <a:pt x="5095811" y="5394190"/>
                </a:lnTo>
                <a:lnTo>
                  <a:pt x="5149170" y="5382335"/>
                </a:lnTo>
                <a:lnTo>
                  <a:pt x="5202802" y="5369872"/>
                </a:lnTo>
                <a:lnTo>
                  <a:pt x="5256668" y="5356787"/>
                </a:lnTo>
                <a:lnTo>
                  <a:pt x="5310725" y="5343064"/>
                </a:lnTo>
                <a:lnTo>
                  <a:pt x="5364933" y="5328690"/>
                </a:lnTo>
                <a:lnTo>
                  <a:pt x="5419251" y="5313648"/>
                </a:lnTo>
                <a:lnTo>
                  <a:pt x="5473637" y="5297925"/>
                </a:lnTo>
                <a:lnTo>
                  <a:pt x="5528051" y="5281505"/>
                </a:lnTo>
                <a:lnTo>
                  <a:pt x="5582452" y="5264374"/>
                </a:lnTo>
                <a:lnTo>
                  <a:pt x="5636798" y="5246517"/>
                </a:lnTo>
                <a:lnTo>
                  <a:pt x="5691050" y="5227919"/>
                </a:lnTo>
                <a:lnTo>
                  <a:pt x="5745164" y="5208565"/>
                </a:lnTo>
                <a:lnTo>
                  <a:pt x="5799102" y="5188441"/>
                </a:lnTo>
                <a:lnTo>
                  <a:pt x="5852821" y="5167531"/>
                </a:lnTo>
                <a:lnTo>
                  <a:pt x="5906280" y="5145822"/>
                </a:lnTo>
                <a:lnTo>
                  <a:pt x="5959439" y="5123297"/>
                </a:lnTo>
                <a:lnTo>
                  <a:pt x="6012257" y="5099943"/>
                </a:lnTo>
                <a:lnTo>
                  <a:pt x="6064692" y="5075745"/>
                </a:lnTo>
                <a:lnTo>
                  <a:pt x="6116703" y="5050687"/>
                </a:lnTo>
                <a:lnTo>
                  <a:pt x="6168250" y="5024755"/>
                </a:lnTo>
                <a:lnTo>
                  <a:pt x="6219291" y="4997935"/>
                </a:lnTo>
                <a:lnTo>
                  <a:pt x="6269786" y="4970211"/>
                </a:lnTo>
                <a:lnTo>
                  <a:pt x="6319693" y="4941568"/>
                </a:lnTo>
                <a:lnTo>
                  <a:pt x="6368971" y="4911993"/>
                </a:lnTo>
                <a:lnTo>
                  <a:pt x="6417580" y="4881469"/>
                </a:lnTo>
                <a:lnTo>
                  <a:pt x="6465478" y="4849983"/>
                </a:lnTo>
                <a:lnTo>
                  <a:pt x="6512624" y="4817519"/>
                </a:lnTo>
                <a:lnTo>
                  <a:pt x="6558977" y="4784063"/>
                </a:lnTo>
                <a:lnTo>
                  <a:pt x="6604497" y="4749600"/>
                </a:lnTo>
                <a:lnTo>
                  <a:pt x="6649142" y="4714114"/>
                </a:lnTo>
                <a:lnTo>
                  <a:pt x="6692871" y="4677592"/>
                </a:lnTo>
                <a:lnTo>
                  <a:pt x="6735643" y="4640019"/>
                </a:lnTo>
                <a:lnTo>
                  <a:pt x="6777418" y="4601379"/>
                </a:lnTo>
                <a:lnTo>
                  <a:pt x="6818153" y="4561658"/>
                </a:lnTo>
                <a:lnTo>
                  <a:pt x="6857809" y="4520842"/>
                </a:lnTo>
                <a:lnTo>
                  <a:pt x="6896343" y="4478914"/>
                </a:lnTo>
                <a:lnTo>
                  <a:pt x="6933716" y="4435862"/>
                </a:lnTo>
                <a:lnTo>
                  <a:pt x="6969886" y="4391669"/>
                </a:lnTo>
                <a:lnTo>
                  <a:pt x="7004812" y="4346321"/>
                </a:lnTo>
                <a:lnTo>
                  <a:pt x="7017813" y="4340334"/>
                </a:lnTo>
                <a:lnTo>
                  <a:pt x="7030148" y="4331763"/>
                </a:lnTo>
                <a:lnTo>
                  <a:pt x="7040387" y="4321550"/>
                </a:lnTo>
                <a:lnTo>
                  <a:pt x="7047103" y="4310634"/>
                </a:lnTo>
                <a:lnTo>
                  <a:pt x="7075638" y="4266269"/>
                </a:lnTo>
                <a:lnTo>
                  <a:pt x="7115175" y="4232036"/>
                </a:lnTo>
                <a:lnTo>
                  <a:pt x="7161188" y="4203638"/>
                </a:lnTo>
                <a:lnTo>
                  <a:pt x="7209155" y="4176776"/>
                </a:lnTo>
                <a:lnTo>
                  <a:pt x="7250826" y="4151997"/>
                </a:lnTo>
                <a:lnTo>
                  <a:pt x="7290117" y="4124848"/>
                </a:lnTo>
                <a:lnTo>
                  <a:pt x="7323312" y="4093533"/>
                </a:lnTo>
                <a:lnTo>
                  <a:pt x="7346696" y="4056253"/>
                </a:lnTo>
                <a:lnTo>
                  <a:pt x="7350521" y="4023203"/>
                </a:lnTo>
                <a:lnTo>
                  <a:pt x="7328154" y="4019121"/>
                </a:lnTo>
                <a:lnTo>
                  <a:pt x="7297118" y="4023445"/>
                </a:lnTo>
                <a:lnTo>
                  <a:pt x="7274941" y="4015613"/>
                </a:lnTo>
                <a:lnTo>
                  <a:pt x="7302120" y="3987760"/>
                </a:lnTo>
                <a:lnTo>
                  <a:pt x="7330836" y="3960050"/>
                </a:lnTo>
                <a:lnTo>
                  <a:pt x="7355861" y="3931388"/>
                </a:lnTo>
                <a:lnTo>
                  <a:pt x="7371969" y="3900678"/>
                </a:lnTo>
                <a:lnTo>
                  <a:pt x="7388123" y="3855523"/>
                </a:lnTo>
                <a:lnTo>
                  <a:pt x="7407612" y="3812802"/>
                </a:lnTo>
                <a:lnTo>
                  <a:pt x="7430411" y="3772409"/>
                </a:lnTo>
                <a:lnTo>
                  <a:pt x="7456496" y="3734240"/>
                </a:lnTo>
                <a:lnTo>
                  <a:pt x="7485840" y="3698192"/>
                </a:lnTo>
                <a:lnTo>
                  <a:pt x="7518419" y="3664159"/>
                </a:lnTo>
                <a:lnTo>
                  <a:pt x="7554207" y="3632037"/>
                </a:lnTo>
                <a:lnTo>
                  <a:pt x="7593180" y="3601722"/>
                </a:lnTo>
                <a:lnTo>
                  <a:pt x="7635312" y="3573109"/>
                </a:lnTo>
                <a:lnTo>
                  <a:pt x="7680579" y="3546094"/>
                </a:lnTo>
                <a:lnTo>
                  <a:pt x="7712055" y="3524373"/>
                </a:lnTo>
                <a:lnTo>
                  <a:pt x="7742174" y="3500437"/>
                </a:lnTo>
                <a:lnTo>
                  <a:pt x="7775340" y="3479835"/>
                </a:lnTo>
                <a:lnTo>
                  <a:pt x="7815961" y="3468116"/>
                </a:lnTo>
                <a:lnTo>
                  <a:pt x="7864161" y="3455113"/>
                </a:lnTo>
                <a:lnTo>
                  <a:pt x="7895597" y="3431901"/>
                </a:lnTo>
                <a:lnTo>
                  <a:pt x="7915402" y="3401595"/>
                </a:lnTo>
                <a:lnTo>
                  <a:pt x="7928705" y="3367312"/>
                </a:lnTo>
                <a:lnTo>
                  <a:pt x="7940641" y="3332170"/>
                </a:lnTo>
                <a:lnTo>
                  <a:pt x="7956340" y="3299285"/>
                </a:lnTo>
                <a:lnTo>
                  <a:pt x="7980934" y="3271774"/>
                </a:lnTo>
                <a:lnTo>
                  <a:pt x="7990766" y="3262225"/>
                </a:lnTo>
                <a:lnTo>
                  <a:pt x="7998825" y="3250438"/>
                </a:lnTo>
                <a:lnTo>
                  <a:pt x="8003811" y="3237984"/>
                </a:lnTo>
                <a:lnTo>
                  <a:pt x="8004429" y="3226435"/>
                </a:lnTo>
                <a:lnTo>
                  <a:pt x="7999474" y="3211387"/>
                </a:lnTo>
                <a:lnTo>
                  <a:pt x="7991268" y="3196732"/>
                </a:lnTo>
                <a:lnTo>
                  <a:pt x="7981229" y="3182483"/>
                </a:lnTo>
                <a:lnTo>
                  <a:pt x="7970774" y="3168650"/>
                </a:lnTo>
                <a:lnTo>
                  <a:pt x="7959431" y="3155295"/>
                </a:lnTo>
                <a:lnTo>
                  <a:pt x="7948993" y="3141821"/>
                </a:lnTo>
                <a:lnTo>
                  <a:pt x="7943127" y="3127251"/>
                </a:lnTo>
                <a:lnTo>
                  <a:pt x="7945501" y="3110611"/>
                </a:lnTo>
                <a:lnTo>
                  <a:pt x="7948015" y="3100040"/>
                </a:lnTo>
                <a:lnTo>
                  <a:pt x="7951708" y="3088338"/>
                </a:lnTo>
                <a:lnTo>
                  <a:pt x="7960520" y="3083518"/>
                </a:lnTo>
                <a:lnTo>
                  <a:pt x="7978394" y="3093593"/>
                </a:lnTo>
                <a:lnTo>
                  <a:pt x="8019016" y="3119306"/>
                </a:lnTo>
                <a:lnTo>
                  <a:pt x="8055261" y="3126114"/>
                </a:lnTo>
                <a:lnTo>
                  <a:pt x="8088804" y="3119008"/>
                </a:lnTo>
                <a:lnTo>
                  <a:pt x="8121320" y="3102981"/>
                </a:lnTo>
                <a:lnTo>
                  <a:pt x="8154485" y="3083024"/>
                </a:lnTo>
                <a:lnTo>
                  <a:pt x="8189976" y="3064129"/>
                </a:lnTo>
                <a:lnTo>
                  <a:pt x="8146839" y="3039635"/>
                </a:lnTo>
                <a:lnTo>
                  <a:pt x="8109585" y="3015440"/>
                </a:lnTo>
                <a:lnTo>
                  <a:pt x="8081855" y="2988030"/>
                </a:lnTo>
                <a:lnTo>
                  <a:pt x="8053160" y="2905462"/>
                </a:lnTo>
                <a:lnTo>
                  <a:pt x="8029537" y="2866126"/>
                </a:lnTo>
                <a:lnTo>
                  <a:pt x="7996967" y="2835370"/>
                </a:lnTo>
                <a:lnTo>
                  <a:pt x="7955994" y="2812678"/>
                </a:lnTo>
                <a:lnTo>
                  <a:pt x="7907162" y="2797536"/>
                </a:lnTo>
                <a:lnTo>
                  <a:pt x="7851013" y="2789428"/>
                </a:lnTo>
                <a:lnTo>
                  <a:pt x="7874265" y="2729880"/>
                </a:lnTo>
                <a:lnTo>
                  <a:pt x="7871777" y="2697861"/>
                </a:lnTo>
                <a:lnTo>
                  <a:pt x="7834332" y="2682414"/>
                </a:lnTo>
                <a:lnTo>
                  <a:pt x="7752715" y="2672588"/>
                </a:lnTo>
                <a:lnTo>
                  <a:pt x="7783325" y="2631896"/>
                </a:lnTo>
                <a:lnTo>
                  <a:pt x="7778682" y="2584755"/>
                </a:lnTo>
                <a:lnTo>
                  <a:pt x="7741285" y="2568067"/>
                </a:lnTo>
                <a:lnTo>
                  <a:pt x="7692491" y="2554085"/>
                </a:lnTo>
                <a:lnTo>
                  <a:pt x="7642875" y="2541651"/>
                </a:lnTo>
                <a:lnTo>
                  <a:pt x="7594141" y="2527026"/>
                </a:lnTo>
                <a:lnTo>
                  <a:pt x="7547991" y="2506472"/>
                </a:lnTo>
                <a:lnTo>
                  <a:pt x="7572547" y="2463909"/>
                </a:lnTo>
                <a:lnTo>
                  <a:pt x="7594374" y="2421071"/>
                </a:lnTo>
                <a:lnTo>
                  <a:pt x="7617237" y="2379884"/>
                </a:lnTo>
                <a:lnTo>
                  <a:pt x="7644906" y="2342275"/>
                </a:lnTo>
                <a:lnTo>
                  <a:pt x="7681146" y="2310168"/>
                </a:lnTo>
                <a:lnTo>
                  <a:pt x="7729728" y="2285492"/>
                </a:lnTo>
                <a:lnTo>
                  <a:pt x="7741550" y="2277758"/>
                </a:lnTo>
                <a:lnTo>
                  <a:pt x="7749635" y="2265727"/>
                </a:lnTo>
                <a:lnTo>
                  <a:pt x="7752337" y="2252148"/>
                </a:lnTo>
                <a:lnTo>
                  <a:pt x="7748016" y="2239772"/>
                </a:lnTo>
                <a:lnTo>
                  <a:pt x="7734661" y="2210121"/>
                </a:lnTo>
                <a:lnTo>
                  <a:pt x="7729869" y="2176389"/>
                </a:lnTo>
                <a:lnTo>
                  <a:pt x="7714516" y="2111765"/>
                </a:lnTo>
                <a:lnTo>
                  <a:pt x="7639050" y="2076069"/>
                </a:lnTo>
                <a:lnTo>
                  <a:pt x="7627858" y="2073499"/>
                </a:lnTo>
                <a:lnTo>
                  <a:pt x="7619523" y="2067893"/>
                </a:lnTo>
                <a:lnTo>
                  <a:pt x="7616475" y="2059834"/>
                </a:lnTo>
                <a:lnTo>
                  <a:pt x="7621143" y="2049907"/>
                </a:lnTo>
                <a:lnTo>
                  <a:pt x="7637250" y="2021820"/>
                </a:lnTo>
                <a:lnTo>
                  <a:pt x="7628747" y="2007615"/>
                </a:lnTo>
                <a:lnTo>
                  <a:pt x="7606409" y="2001508"/>
                </a:lnTo>
                <a:lnTo>
                  <a:pt x="7581011" y="1997710"/>
                </a:lnTo>
                <a:lnTo>
                  <a:pt x="7551989" y="1996279"/>
                </a:lnTo>
                <a:lnTo>
                  <a:pt x="7522289" y="1998551"/>
                </a:lnTo>
                <a:lnTo>
                  <a:pt x="7493089" y="1997227"/>
                </a:lnTo>
                <a:lnTo>
                  <a:pt x="7465568" y="1985010"/>
                </a:lnTo>
                <a:lnTo>
                  <a:pt x="7475343" y="1968553"/>
                </a:lnTo>
                <a:lnTo>
                  <a:pt x="7490523" y="1959276"/>
                </a:lnTo>
                <a:lnTo>
                  <a:pt x="7525385" y="1947926"/>
                </a:lnTo>
                <a:lnTo>
                  <a:pt x="7569438" y="1926877"/>
                </a:lnTo>
                <a:lnTo>
                  <a:pt x="7605776" y="1900983"/>
                </a:lnTo>
                <a:lnTo>
                  <a:pt x="7630969" y="1867255"/>
                </a:lnTo>
                <a:lnTo>
                  <a:pt x="7641590" y="1822704"/>
                </a:lnTo>
                <a:lnTo>
                  <a:pt x="7642560" y="1783256"/>
                </a:lnTo>
                <a:lnTo>
                  <a:pt x="7636113" y="1748583"/>
                </a:lnTo>
                <a:lnTo>
                  <a:pt x="7613068" y="1721030"/>
                </a:lnTo>
                <a:lnTo>
                  <a:pt x="7564247" y="1702943"/>
                </a:lnTo>
                <a:lnTo>
                  <a:pt x="7545451" y="1692499"/>
                </a:lnTo>
                <a:lnTo>
                  <a:pt x="7559167" y="1636903"/>
                </a:lnTo>
                <a:lnTo>
                  <a:pt x="7586116" y="1609472"/>
                </a:lnTo>
                <a:lnTo>
                  <a:pt x="7614364" y="1582816"/>
                </a:lnTo>
                <a:lnTo>
                  <a:pt x="7647588" y="1562090"/>
                </a:lnTo>
                <a:lnTo>
                  <a:pt x="7689469" y="1552448"/>
                </a:lnTo>
                <a:lnTo>
                  <a:pt x="7716793" y="1548604"/>
                </a:lnTo>
                <a:lnTo>
                  <a:pt x="7741665" y="1541129"/>
                </a:lnTo>
                <a:lnTo>
                  <a:pt x="7804423" y="1510083"/>
                </a:lnTo>
                <a:lnTo>
                  <a:pt x="7833106" y="1471168"/>
                </a:lnTo>
                <a:lnTo>
                  <a:pt x="7827287" y="1455183"/>
                </a:lnTo>
                <a:lnTo>
                  <a:pt x="7815040" y="1443783"/>
                </a:lnTo>
                <a:lnTo>
                  <a:pt x="7798458" y="1436074"/>
                </a:lnTo>
                <a:lnTo>
                  <a:pt x="7779639" y="1431163"/>
                </a:lnTo>
                <a:lnTo>
                  <a:pt x="7729010" y="1420295"/>
                </a:lnTo>
                <a:lnTo>
                  <a:pt x="7679808" y="1406466"/>
                </a:lnTo>
                <a:lnTo>
                  <a:pt x="7632210" y="1388570"/>
                </a:lnTo>
                <a:lnTo>
                  <a:pt x="7586391" y="1365505"/>
                </a:lnTo>
                <a:lnTo>
                  <a:pt x="7542530" y="1336167"/>
                </a:lnTo>
                <a:lnTo>
                  <a:pt x="7577548" y="1315600"/>
                </a:lnTo>
                <a:lnTo>
                  <a:pt x="7611030" y="1296511"/>
                </a:lnTo>
                <a:lnTo>
                  <a:pt x="7642203" y="1277373"/>
                </a:lnTo>
                <a:lnTo>
                  <a:pt x="7670292" y="1256665"/>
                </a:lnTo>
                <a:lnTo>
                  <a:pt x="7677204" y="1244209"/>
                </a:lnTo>
                <a:lnTo>
                  <a:pt x="7672096" y="1229473"/>
                </a:lnTo>
                <a:lnTo>
                  <a:pt x="7631003" y="1194202"/>
                </a:lnTo>
                <a:lnTo>
                  <a:pt x="7597611" y="1174185"/>
                </a:lnTo>
                <a:lnTo>
                  <a:pt x="7557384" y="1152927"/>
                </a:lnTo>
                <a:lnTo>
                  <a:pt x="7511618" y="1130688"/>
                </a:lnTo>
                <a:lnTo>
                  <a:pt x="7461609" y="1107726"/>
                </a:lnTo>
                <a:lnTo>
                  <a:pt x="7408655" y="1084303"/>
                </a:lnTo>
                <a:lnTo>
                  <a:pt x="7245078" y="1013855"/>
                </a:lnTo>
                <a:lnTo>
                  <a:pt x="7193302" y="991178"/>
                </a:lnTo>
                <a:lnTo>
                  <a:pt x="7145062" y="969338"/>
                </a:lnTo>
                <a:lnTo>
                  <a:pt x="7101654" y="948593"/>
                </a:lnTo>
                <a:lnTo>
                  <a:pt x="7064375" y="929203"/>
                </a:lnTo>
                <a:lnTo>
                  <a:pt x="7013387" y="895527"/>
                </a:lnTo>
                <a:lnTo>
                  <a:pt x="6989437" y="863435"/>
                </a:lnTo>
                <a:lnTo>
                  <a:pt x="6969601" y="846597"/>
                </a:lnTo>
                <a:lnTo>
                  <a:pt x="6945907" y="833022"/>
                </a:lnTo>
                <a:lnTo>
                  <a:pt x="6921500" y="824484"/>
                </a:lnTo>
                <a:lnTo>
                  <a:pt x="6872725" y="811649"/>
                </a:lnTo>
                <a:lnTo>
                  <a:pt x="6825057" y="796419"/>
                </a:lnTo>
                <a:lnTo>
                  <a:pt x="6778145" y="779540"/>
                </a:lnTo>
                <a:lnTo>
                  <a:pt x="6685183" y="743818"/>
                </a:lnTo>
                <a:lnTo>
                  <a:pt x="6638431" y="726468"/>
                </a:lnTo>
                <a:lnTo>
                  <a:pt x="6591029" y="710454"/>
                </a:lnTo>
                <a:lnTo>
                  <a:pt x="6542628" y="696522"/>
                </a:lnTo>
                <a:lnTo>
                  <a:pt x="6492875" y="685419"/>
                </a:lnTo>
                <a:lnTo>
                  <a:pt x="6445182" y="676161"/>
                </a:lnTo>
                <a:lnTo>
                  <a:pt x="6397510" y="666304"/>
                </a:lnTo>
                <a:lnTo>
                  <a:pt x="6349708" y="655926"/>
                </a:lnTo>
                <a:lnTo>
                  <a:pt x="6301627" y="645107"/>
                </a:lnTo>
                <a:lnTo>
                  <a:pt x="6051804" y="587121"/>
                </a:lnTo>
                <a:lnTo>
                  <a:pt x="6086325" y="560729"/>
                </a:lnTo>
                <a:lnTo>
                  <a:pt x="6124669" y="539764"/>
                </a:lnTo>
                <a:lnTo>
                  <a:pt x="6165149" y="522256"/>
                </a:lnTo>
                <a:lnTo>
                  <a:pt x="6206073" y="506238"/>
                </a:lnTo>
                <a:lnTo>
                  <a:pt x="6245754" y="489742"/>
                </a:lnTo>
                <a:lnTo>
                  <a:pt x="6282501" y="470798"/>
                </a:lnTo>
                <a:lnTo>
                  <a:pt x="6314627" y="447439"/>
                </a:lnTo>
                <a:lnTo>
                  <a:pt x="6340441" y="417697"/>
                </a:lnTo>
                <a:lnTo>
                  <a:pt x="6358255" y="379603"/>
                </a:lnTo>
                <a:lnTo>
                  <a:pt x="6311478" y="371565"/>
                </a:lnTo>
                <a:lnTo>
                  <a:pt x="6264351" y="366842"/>
                </a:lnTo>
                <a:lnTo>
                  <a:pt x="6217003" y="364458"/>
                </a:lnTo>
                <a:lnTo>
                  <a:pt x="6169563" y="363438"/>
                </a:lnTo>
                <a:lnTo>
                  <a:pt x="6122161" y="362807"/>
                </a:lnTo>
                <a:lnTo>
                  <a:pt x="6074928" y="361589"/>
                </a:lnTo>
                <a:lnTo>
                  <a:pt x="6027991" y="358809"/>
                </a:lnTo>
                <a:lnTo>
                  <a:pt x="5981481" y="353491"/>
                </a:lnTo>
                <a:lnTo>
                  <a:pt x="5935527" y="344661"/>
                </a:lnTo>
                <a:lnTo>
                  <a:pt x="5890260" y="331343"/>
                </a:lnTo>
                <a:lnTo>
                  <a:pt x="5879865" y="329328"/>
                </a:lnTo>
                <a:lnTo>
                  <a:pt x="5868352" y="329707"/>
                </a:lnTo>
                <a:lnTo>
                  <a:pt x="5844540" y="332740"/>
                </a:lnTo>
                <a:lnTo>
                  <a:pt x="5793181" y="336977"/>
                </a:lnTo>
                <a:lnTo>
                  <a:pt x="5741850" y="340276"/>
                </a:lnTo>
                <a:lnTo>
                  <a:pt x="5690548" y="342681"/>
                </a:lnTo>
                <a:lnTo>
                  <a:pt x="5639277" y="344236"/>
                </a:lnTo>
                <a:lnTo>
                  <a:pt x="5588038" y="344982"/>
                </a:lnTo>
                <a:lnTo>
                  <a:pt x="5536833" y="344964"/>
                </a:lnTo>
                <a:lnTo>
                  <a:pt x="5485662" y="344225"/>
                </a:lnTo>
                <a:lnTo>
                  <a:pt x="5434529" y="342808"/>
                </a:lnTo>
                <a:lnTo>
                  <a:pt x="5383434" y="340756"/>
                </a:lnTo>
                <a:lnTo>
                  <a:pt x="5332379" y="338113"/>
                </a:lnTo>
                <a:lnTo>
                  <a:pt x="5281366" y="334921"/>
                </a:lnTo>
                <a:lnTo>
                  <a:pt x="5230396" y="331225"/>
                </a:lnTo>
                <a:lnTo>
                  <a:pt x="5179470" y="327067"/>
                </a:lnTo>
                <a:lnTo>
                  <a:pt x="5128591" y="322490"/>
                </a:lnTo>
                <a:lnTo>
                  <a:pt x="5077759" y="317538"/>
                </a:lnTo>
                <a:lnTo>
                  <a:pt x="5026977" y="312254"/>
                </a:lnTo>
                <a:lnTo>
                  <a:pt x="4976246" y="306681"/>
                </a:lnTo>
                <a:lnTo>
                  <a:pt x="4875063" y="295082"/>
                </a:lnTo>
                <a:lnTo>
                  <a:pt x="4774011" y="284000"/>
                </a:lnTo>
                <a:lnTo>
                  <a:pt x="4672904" y="273535"/>
                </a:lnTo>
                <a:lnTo>
                  <a:pt x="4571743" y="263663"/>
                </a:lnTo>
                <a:lnTo>
                  <a:pt x="4470531" y="254360"/>
                </a:lnTo>
                <a:lnTo>
                  <a:pt x="4369270" y="245601"/>
                </a:lnTo>
                <a:lnTo>
                  <a:pt x="4267961" y="237362"/>
                </a:lnTo>
                <a:lnTo>
                  <a:pt x="4115915" y="225927"/>
                </a:lnTo>
                <a:lnTo>
                  <a:pt x="3963774" y="215526"/>
                </a:lnTo>
                <a:lnTo>
                  <a:pt x="3811546" y="206077"/>
                </a:lnTo>
                <a:lnTo>
                  <a:pt x="3659237" y="197498"/>
                </a:lnTo>
                <a:lnTo>
                  <a:pt x="3509233" y="189921"/>
                </a:lnTo>
                <a:lnTo>
                  <a:pt x="3211475" y="176600"/>
                </a:lnTo>
                <a:lnTo>
                  <a:pt x="3013043" y="167131"/>
                </a:lnTo>
                <a:lnTo>
                  <a:pt x="2913897" y="161702"/>
                </a:lnTo>
                <a:lnTo>
                  <a:pt x="2814819" y="155579"/>
                </a:lnTo>
                <a:lnTo>
                  <a:pt x="2715826" y="148589"/>
                </a:lnTo>
                <a:lnTo>
                  <a:pt x="2666366" y="144715"/>
                </a:lnTo>
                <a:lnTo>
                  <a:pt x="2616933" y="140560"/>
                </a:lnTo>
                <a:lnTo>
                  <a:pt x="2567529" y="136101"/>
                </a:lnTo>
                <a:lnTo>
                  <a:pt x="2518156" y="131318"/>
                </a:lnTo>
                <a:lnTo>
                  <a:pt x="2316169" y="110635"/>
                </a:lnTo>
                <a:lnTo>
                  <a:pt x="1357375" y="8000"/>
                </a:lnTo>
                <a:lnTo>
                  <a:pt x="1330055" y="3429"/>
                </a:lnTo>
                <a:lnTo>
                  <a:pt x="1315960" y="1143"/>
                </a:lnTo>
                <a:lnTo>
                  <a:pt x="1301876" y="0"/>
                </a:lnTo>
                <a:close/>
              </a:path>
            </a:pathLst>
          </a:custGeom>
          <a:solidFill>
            <a:srgbClr val="EDEBE0">
              <a:alpha val="50195"/>
            </a:srgbClr>
          </a:solidFill>
        </p:spPr>
        <p:txBody>
          <a:bodyPr wrap="square" lIns="0" tIns="0" rIns="0" bIns="0" rtlCol="0"/>
          <a:lstStyle/>
          <a:p>
            <a:endParaRPr/>
          </a:p>
        </p:txBody>
      </p:sp>
      <p:sp>
        <p:nvSpPr>
          <p:cNvPr id="3" name="object 3"/>
          <p:cNvSpPr txBox="1">
            <a:spLocks noGrp="1"/>
          </p:cNvSpPr>
          <p:nvPr>
            <p:ph type="title"/>
          </p:nvPr>
        </p:nvSpPr>
        <p:spPr>
          <a:xfrm>
            <a:off x="4043553" y="2543378"/>
            <a:ext cx="4104004" cy="1531620"/>
          </a:xfrm>
          <a:prstGeom prst="rect">
            <a:avLst/>
          </a:prstGeom>
        </p:spPr>
        <p:txBody>
          <a:bodyPr vert="horz" wrap="square" lIns="0" tIns="101600" rIns="0" bIns="0" rtlCol="0">
            <a:spAutoFit/>
          </a:bodyPr>
          <a:lstStyle/>
          <a:p>
            <a:pPr marL="12700" marR="5080" indent="981075">
              <a:lnSpc>
                <a:spcPts val="5620"/>
              </a:lnSpc>
              <a:spcBef>
                <a:spcPts val="800"/>
              </a:spcBef>
            </a:pPr>
            <a:r>
              <a:rPr sz="5200" spc="-10" dirty="0"/>
              <a:t>SYSTEM </a:t>
            </a:r>
            <a:r>
              <a:rPr sz="5200" spc="-20" dirty="0"/>
              <a:t>ARCHITECTURE</a:t>
            </a:r>
            <a:endParaRPr sz="5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33873" y="5637377"/>
            <a:ext cx="2535555" cy="574675"/>
          </a:xfrm>
          <a:prstGeom prst="rect">
            <a:avLst/>
          </a:prstGeom>
        </p:spPr>
        <p:txBody>
          <a:bodyPr vert="horz" wrap="square" lIns="0" tIns="12700" rIns="0" bIns="0" rtlCol="0">
            <a:spAutoFit/>
          </a:bodyPr>
          <a:lstStyle/>
          <a:p>
            <a:pPr marL="12700">
              <a:lnSpc>
                <a:spcPct val="100000"/>
              </a:lnSpc>
              <a:spcBef>
                <a:spcPts val="100"/>
              </a:spcBef>
            </a:pPr>
            <a:r>
              <a:rPr sz="3600" spc="-65" dirty="0">
                <a:solidFill>
                  <a:srgbClr val="252525"/>
                </a:solidFill>
                <a:latin typeface="Carlito"/>
                <a:cs typeface="Carlito"/>
              </a:rPr>
              <a:t>Project</a:t>
            </a:r>
            <a:r>
              <a:rPr sz="3600" spc="-140" dirty="0">
                <a:solidFill>
                  <a:srgbClr val="252525"/>
                </a:solidFill>
                <a:latin typeface="Carlito"/>
                <a:cs typeface="Carlito"/>
              </a:rPr>
              <a:t> </a:t>
            </a:r>
            <a:r>
              <a:rPr sz="3600" spc="-40" dirty="0">
                <a:solidFill>
                  <a:srgbClr val="252525"/>
                </a:solidFill>
                <a:latin typeface="Carlito"/>
                <a:cs typeface="Carlito"/>
              </a:rPr>
              <a:t>Circuit</a:t>
            </a:r>
            <a:endParaRPr sz="3600">
              <a:latin typeface="Carlito"/>
              <a:cs typeface="Carlito"/>
            </a:endParaRPr>
          </a:p>
        </p:txBody>
      </p:sp>
      <p:pic>
        <p:nvPicPr>
          <p:cNvPr id="3" name="object 3"/>
          <p:cNvPicPr/>
          <p:nvPr/>
        </p:nvPicPr>
        <p:blipFill>
          <a:blip r:embed="rId2" cstate="print"/>
          <a:stretch>
            <a:fillRect/>
          </a:stretch>
        </p:blipFill>
        <p:spPr>
          <a:xfrm>
            <a:off x="2103120" y="336804"/>
            <a:ext cx="7985759" cy="52288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51350" y="5637377"/>
            <a:ext cx="3295015"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252525"/>
                </a:solidFill>
                <a:latin typeface="Carlito"/>
                <a:cs typeface="Carlito"/>
              </a:rPr>
              <a:t>Project</a:t>
            </a:r>
            <a:r>
              <a:rPr sz="3600" spc="-90" dirty="0">
                <a:solidFill>
                  <a:srgbClr val="252525"/>
                </a:solidFill>
                <a:latin typeface="Carlito"/>
                <a:cs typeface="Carlito"/>
              </a:rPr>
              <a:t> </a:t>
            </a:r>
            <a:r>
              <a:rPr sz="3600" spc="-60" dirty="0">
                <a:solidFill>
                  <a:srgbClr val="252525"/>
                </a:solidFill>
                <a:latin typeface="Carlito"/>
                <a:cs typeface="Carlito"/>
              </a:rPr>
              <a:t>Illustration</a:t>
            </a:r>
            <a:endParaRPr sz="3600">
              <a:latin typeface="Carlito"/>
              <a:cs typeface="Carlito"/>
            </a:endParaRPr>
          </a:p>
        </p:txBody>
      </p:sp>
      <p:pic>
        <p:nvPicPr>
          <p:cNvPr id="3" name="object 3"/>
          <p:cNvPicPr/>
          <p:nvPr/>
        </p:nvPicPr>
        <p:blipFill>
          <a:blip r:embed="rId2" cstate="print"/>
          <a:stretch>
            <a:fillRect/>
          </a:stretch>
        </p:blipFill>
        <p:spPr>
          <a:xfrm>
            <a:off x="3476244" y="585216"/>
            <a:ext cx="5239511" cy="40995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8258" y="5637377"/>
            <a:ext cx="2482850"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252525"/>
                </a:solidFill>
                <a:latin typeface="Carlito"/>
                <a:cs typeface="Carlito"/>
              </a:rPr>
              <a:t>Project</a:t>
            </a:r>
            <a:r>
              <a:rPr sz="3600" spc="-90" dirty="0">
                <a:solidFill>
                  <a:srgbClr val="252525"/>
                </a:solidFill>
                <a:latin typeface="Carlito"/>
                <a:cs typeface="Carlito"/>
              </a:rPr>
              <a:t> </a:t>
            </a:r>
            <a:r>
              <a:rPr sz="3600" spc="-30" dirty="0">
                <a:solidFill>
                  <a:srgbClr val="252525"/>
                </a:solidFill>
                <a:latin typeface="Carlito"/>
                <a:cs typeface="Carlito"/>
              </a:rPr>
              <a:t>Codes</a:t>
            </a:r>
            <a:endParaRPr sz="3600">
              <a:latin typeface="Carlito"/>
              <a:cs typeface="Carlito"/>
            </a:endParaRPr>
          </a:p>
        </p:txBody>
      </p:sp>
      <p:pic>
        <p:nvPicPr>
          <p:cNvPr id="3" name="object 3"/>
          <p:cNvPicPr/>
          <p:nvPr/>
        </p:nvPicPr>
        <p:blipFill>
          <a:blip r:embed="rId2" cstate="print"/>
          <a:srcRect t="4871"/>
          <a:stretch/>
        </p:blipFill>
        <p:spPr>
          <a:xfrm>
            <a:off x="359663" y="457200"/>
            <a:ext cx="5359908" cy="3988308"/>
          </a:xfrm>
          <a:prstGeom prst="rect">
            <a:avLst/>
          </a:prstGeom>
        </p:spPr>
      </p:pic>
      <p:pic>
        <p:nvPicPr>
          <p:cNvPr id="4" name="object 4"/>
          <p:cNvPicPr/>
          <p:nvPr/>
        </p:nvPicPr>
        <p:blipFill>
          <a:blip r:embed="rId3" cstate="print"/>
          <a:srcRect t="5078"/>
          <a:stretch/>
        </p:blipFill>
        <p:spPr>
          <a:xfrm>
            <a:off x="6201155" y="466343"/>
            <a:ext cx="5832348" cy="39883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8258" y="5637377"/>
            <a:ext cx="2482850"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252525"/>
                </a:solidFill>
                <a:latin typeface="Carlito"/>
                <a:cs typeface="Carlito"/>
              </a:rPr>
              <a:t>Project</a:t>
            </a:r>
            <a:r>
              <a:rPr sz="3600" spc="-90" dirty="0">
                <a:solidFill>
                  <a:srgbClr val="252525"/>
                </a:solidFill>
                <a:latin typeface="Carlito"/>
                <a:cs typeface="Carlito"/>
              </a:rPr>
              <a:t> </a:t>
            </a:r>
            <a:r>
              <a:rPr sz="3600" spc="-30" dirty="0">
                <a:solidFill>
                  <a:srgbClr val="252525"/>
                </a:solidFill>
                <a:latin typeface="Carlito"/>
                <a:cs typeface="Carlito"/>
              </a:rPr>
              <a:t>Codes</a:t>
            </a:r>
            <a:endParaRPr sz="3600">
              <a:latin typeface="Carlito"/>
              <a:cs typeface="Carlito"/>
            </a:endParaRPr>
          </a:p>
        </p:txBody>
      </p:sp>
      <p:pic>
        <p:nvPicPr>
          <p:cNvPr id="3" name="object 3"/>
          <p:cNvPicPr/>
          <p:nvPr/>
        </p:nvPicPr>
        <p:blipFill>
          <a:blip r:embed="rId2" cstate="print"/>
          <a:srcRect t="4502"/>
          <a:stretch/>
        </p:blipFill>
        <p:spPr>
          <a:xfrm>
            <a:off x="359663" y="609599"/>
            <a:ext cx="5359908" cy="3653027"/>
          </a:xfrm>
          <a:prstGeom prst="rect">
            <a:avLst/>
          </a:prstGeom>
        </p:spPr>
      </p:pic>
      <p:pic>
        <p:nvPicPr>
          <p:cNvPr id="4" name="object 4"/>
          <p:cNvPicPr/>
          <p:nvPr/>
        </p:nvPicPr>
        <p:blipFill>
          <a:blip r:embed="rId3" cstate="print"/>
          <a:srcRect t="7555"/>
          <a:stretch/>
        </p:blipFill>
        <p:spPr>
          <a:xfrm>
            <a:off x="6201155" y="762000"/>
            <a:ext cx="5832348" cy="34686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8258" y="5637377"/>
            <a:ext cx="2482850"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252525"/>
                </a:solidFill>
                <a:latin typeface="Carlito"/>
                <a:cs typeface="Carlito"/>
              </a:rPr>
              <a:t>Project</a:t>
            </a:r>
            <a:r>
              <a:rPr sz="3600" spc="-90" dirty="0">
                <a:solidFill>
                  <a:srgbClr val="252525"/>
                </a:solidFill>
                <a:latin typeface="Carlito"/>
                <a:cs typeface="Carlito"/>
              </a:rPr>
              <a:t> </a:t>
            </a:r>
            <a:r>
              <a:rPr sz="3600" spc="-30" dirty="0">
                <a:solidFill>
                  <a:srgbClr val="252525"/>
                </a:solidFill>
                <a:latin typeface="Carlito"/>
                <a:cs typeface="Carlito"/>
              </a:rPr>
              <a:t>Codes</a:t>
            </a:r>
            <a:endParaRPr sz="3600">
              <a:latin typeface="Carlito"/>
              <a:cs typeface="Carlito"/>
            </a:endParaRPr>
          </a:p>
        </p:txBody>
      </p:sp>
      <p:pic>
        <p:nvPicPr>
          <p:cNvPr id="3" name="object 3"/>
          <p:cNvPicPr/>
          <p:nvPr/>
        </p:nvPicPr>
        <p:blipFill>
          <a:blip r:embed="rId2" cstate="print"/>
          <a:srcRect t="4675"/>
          <a:stretch/>
        </p:blipFill>
        <p:spPr>
          <a:xfrm>
            <a:off x="289559" y="990599"/>
            <a:ext cx="5806440" cy="3200399"/>
          </a:xfrm>
          <a:prstGeom prst="rect">
            <a:avLst/>
          </a:prstGeom>
        </p:spPr>
      </p:pic>
      <p:pic>
        <p:nvPicPr>
          <p:cNvPr id="4" name="object 4"/>
          <p:cNvPicPr/>
          <p:nvPr/>
        </p:nvPicPr>
        <p:blipFill>
          <a:blip r:embed="rId3" cstate="print"/>
          <a:srcRect t="6058"/>
          <a:stretch/>
        </p:blipFill>
        <p:spPr>
          <a:xfrm>
            <a:off x="6316979" y="914399"/>
            <a:ext cx="5678424" cy="36865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8258" y="5637377"/>
            <a:ext cx="2482850"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252525"/>
                </a:solidFill>
                <a:latin typeface="Carlito"/>
                <a:cs typeface="Carlito"/>
              </a:rPr>
              <a:t>Project</a:t>
            </a:r>
            <a:r>
              <a:rPr sz="3600" spc="-90" dirty="0">
                <a:solidFill>
                  <a:srgbClr val="252525"/>
                </a:solidFill>
                <a:latin typeface="Carlito"/>
                <a:cs typeface="Carlito"/>
              </a:rPr>
              <a:t> </a:t>
            </a:r>
            <a:r>
              <a:rPr sz="3600" spc="-30" dirty="0">
                <a:solidFill>
                  <a:srgbClr val="252525"/>
                </a:solidFill>
                <a:latin typeface="Carlito"/>
                <a:cs typeface="Carlito"/>
              </a:rPr>
              <a:t>Codes</a:t>
            </a:r>
            <a:endParaRPr sz="3600">
              <a:latin typeface="Carlito"/>
              <a:cs typeface="Carlito"/>
            </a:endParaRPr>
          </a:p>
        </p:txBody>
      </p:sp>
      <p:pic>
        <p:nvPicPr>
          <p:cNvPr id="3" name="object 3"/>
          <p:cNvPicPr/>
          <p:nvPr/>
        </p:nvPicPr>
        <p:blipFill>
          <a:blip r:embed="rId2" cstate="print"/>
          <a:srcRect t="6098"/>
          <a:stretch/>
        </p:blipFill>
        <p:spPr>
          <a:xfrm>
            <a:off x="2558795" y="645948"/>
            <a:ext cx="7074408" cy="40098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963285" cy="6858000"/>
          </a:xfrm>
          <a:custGeom>
            <a:avLst/>
            <a:gdLst/>
            <a:ahLst/>
            <a:cxnLst/>
            <a:rect l="l" t="t" r="r" b="b"/>
            <a:pathLst>
              <a:path w="5963285" h="6858000">
                <a:moveTo>
                  <a:pt x="4918456" y="0"/>
                </a:moveTo>
                <a:lnTo>
                  <a:pt x="0" y="0"/>
                </a:lnTo>
                <a:lnTo>
                  <a:pt x="0" y="6857999"/>
                </a:lnTo>
                <a:lnTo>
                  <a:pt x="4493387" y="6857999"/>
                </a:lnTo>
                <a:lnTo>
                  <a:pt x="4547235" y="6823983"/>
                </a:lnTo>
                <a:lnTo>
                  <a:pt x="4591947" y="6797738"/>
                </a:lnTo>
                <a:lnTo>
                  <a:pt x="4637278" y="6773521"/>
                </a:lnTo>
                <a:lnTo>
                  <a:pt x="4683466" y="6752007"/>
                </a:lnTo>
                <a:lnTo>
                  <a:pt x="4730750" y="6733872"/>
                </a:lnTo>
                <a:lnTo>
                  <a:pt x="4767684" y="6719960"/>
                </a:lnTo>
                <a:lnTo>
                  <a:pt x="4802583" y="6702011"/>
                </a:lnTo>
                <a:lnTo>
                  <a:pt x="4833770" y="6678640"/>
                </a:lnTo>
                <a:lnTo>
                  <a:pt x="4859567" y="6648458"/>
                </a:lnTo>
                <a:lnTo>
                  <a:pt x="4878298" y="6610080"/>
                </a:lnTo>
                <a:lnTo>
                  <a:pt x="4888284" y="6562118"/>
                </a:lnTo>
                <a:lnTo>
                  <a:pt x="4887849" y="6503187"/>
                </a:lnTo>
                <a:lnTo>
                  <a:pt x="4890337" y="6473280"/>
                </a:lnTo>
                <a:lnTo>
                  <a:pt x="4901279" y="6450471"/>
                </a:lnTo>
                <a:lnTo>
                  <a:pt x="4919317" y="6437798"/>
                </a:lnTo>
                <a:lnTo>
                  <a:pt x="4943094" y="6438303"/>
                </a:lnTo>
                <a:lnTo>
                  <a:pt x="4987306" y="6440500"/>
                </a:lnTo>
                <a:lnTo>
                  <a:pt x="5022278" y="6420732"/>
                </a:lnTo>
                <a:lnTo>
                  <a:pt x="5051822" y="6388125"/>
                </a:lnTo>
                <a:lnTo>
                  <a:pt x="5079746" y="6351803"/>
                </a:lnTo>
                <a:lnTo>
                  <a:pt x="5113173" y="6310400"/>
                </a:lnTo>
                <a:lnTo>
                  <a:pt x="5147390" y="6270499"/>
                </a:lnTo>
                <a:lnTo>
                  <a:pt x="5183695" y="6234202"/>
                </a:lnTo>
                <a:lnTo>
                  <a:pt x="5223388" y="6203614"/>
                </a:lnTo>
                <a:lnTo>
                  <a:pt x="5267765" y="6180835"/>
                </a:lnTo>
                <a:lnTo>
                  <a:pt x="5318125" y="6167970"/>
                </a:lnTo>
                <a:lnTo>
                  <a:pt x="5300422" y="6131812"/>
                </a:lnTo>
                <a:lnTo>
                  <a:pt x="5278898" y="6116605"/>
                </a:lnTo>
                <a:lnTo>
                  <a:pt x="5255206" y="6116268"/>
                </a:lnTo>
                <a:lnTo>
                  <a:pt x="5231003" y="6124714"/>
                </a:lnTo>
                <a:lnTo>
                  <a:pt x="5180406" y="6146715"/>
                </a:lnTo>
                <a:lnTo>
                  <a:pt x="5028616" y="6214448"/>
                </a:lnTo>
                <a:lnTo>
                  <a:pt x="4978019" y="6236449"/>
                </a:lnTo>
                <a:lnTo>
                  <a:pt x="4936311" y="6253628"/>
                </a:lnTo>
                <a:lnTo>
                  <a:pt x="4892961" y="6268443"/>
                </a:lnTo>
                <a:lnTo>
                  <a:pt x="4846324" y="6274471"/>
                </a:lnTo>
                <a:lnTo>
                  <a:pt x="4794758" y="6265291"/>
                </a:lnTo>
                <a:lnTo>
                  <a:pt x="4824671" y="6215733"/>
                </a:lnTo>
                <a:lnTo>
                  <a:pt x="4858800" y="6176894"/>
                </a:lnTo>
                <a:lnTo>
                  <a:pt x="4896028" y="6146692"/>
                </a:lnTo>
                <a:lnTo>
                  <a:pt x="4935238" y="6123048"/>
                </a:lnTo>
                <a:lnTo>
                  <a:pt x="4975313" y="6103879"/>
                </a:lnTo>
                <a:lnTo>
                  <a:pt x="5053584" y="6070650"/>
                </a:lnTo>
                <a:lnTo>
                  <a:pt x="5097187" y="6046457"/>
                </a:lnTo>
                <a:lnTo>
                  <a:pt x="5136472" y="6017473"/>
                </a:lnTo>
                <a:lnTo>
                  <a:pt x="5172453" y="5984202"/>
                </a:lnTo>
                <a:lnTo>
                  <a:pt x="5206145" y="5947149"/>
                </a:lnTo>
                <a:lnTo>
                  <a:pt x="5238565" y="5906818"/>
                </a:lnTo>
                <a:lnTo>
                  <a:pt x="5270727" y="5863713"/>
                </a:lnTo>
                <a:lnTo>
                  <a:pt x="5303647" y="5818339"/>
                </a:lnTo>
                <a:lnTo>
                  <a:pt x="5259696" y="5812483"/>
                </a:lnTo>
                <a:lnTo>
                  <a:pt x="5220627" y="5823410"/>
                </a:lnTo>
                <a:lnTo>
                  <a:pt x="5184345" y="5841950"/>
                </a:lnTo>
                <a:lnTo>
                  <a:pt x="5148752" y="5858933"/>
                </a:lnTo>
                <a:lnTo>
                  <a:pt x="5111750" y="5865190"/>
                </a:lnTo>
                <a:lnTo>
                  <a:pt x="5102987" y="5832754"/>
                </a:lnTo>
                <a:lnTo>
                  <a:pt x="5144367" y="5805021"/>
                </a:lnTo>
                <a:lnTo>
                  <a:pt x="5179144" y="5771549"/>
                </a:lnTo>
                <a:lnTo>
                  <a:pt x="5207823" y="5732778"/>
                </a:lnTo>
                <a:lnTo>
                  <a:pt x="5230908" y="5689149"/>
                </a:lnTo>
                <a:lnTo>
                  <a:pt x="5248904" y="5641102"/>
                </a:lnTo>
                <a:lnTo>
                  <a:pt x="5262314" y="5589078"/>
                </a:lnTo>
                <a:lnTo>
                  <a:pt x="5271643" y="5533517"/>
                </a:lnTo>
                <a:lnTo>
                  <a:pt x="5281523" y="5490063"/>
                </a:lnTo>
                <a:lnTo>
                  <a:pt x="5300393" y="5458777"/>
                </a:lnTo>
                <a:lnTo>
                  <a:pt x="5325239" y="5434254"/>
                </a:lnTo>
                <a:lnTo>
                  <a:pt x="5353050" y="5411089"/>
                </a:lnTo>
                <a:lnTo>
                  <a:pt x="5391676" y="5377823"/>
                </a:lnTo>
                <a:lnTo>
                  <a:pt x="5469578" y="5311766"/>
                </a:lnTo>
                <a:lnTo>
                  <a:pt x="5508400" y="5278240"/>
                </a:lnTo>
                <a:lnTo>
                  <a:pt x="5546836" y="5243893"/>
                </a:lnTo>
                <a:lnTo>
                  <a:pt x="5584658" y="5208357"/>
                </a:lnTo>
                <a:lnTo>
                  <a:pt x="5621641" y="5171265"/>
                </a:lnTo>
                <a:lnTo>
                  <a:pt x="5657557" y="5132249"/>
                </a:lnTo>
                <a:lnTo>
                  <a:pt x="5692181" y="5090943"/>
                </a:lnTo>
                <a:lnTo>
                  <a:pt x="5725287" y="5046980"/>
                </a:lnTo>
                <a:lnTo>
                  <a:pt x="5679495" y="5057355"/>
                </a:lnTo>
                <a:lnTo>
                  <a:pt x="5635484" y="5073856"/>
                </a:lnTo>
                <a:lnTo>
                  <a:pt x="5592572" y="5094834"/>
                </a:lnTo>
                <a:lnTo>
                  <a:pt x="5550075" y="5118639"/>
                </a:lnTo>
                <a:lnTo>
                  <a:pt x="5507309" y="5143624"/>
                </a:lnTo>
                <a:lnTo>
                  <a:pt x="5463593" y="5168138"/>
                </a:lnTo>
                <a:lnTo>
                  <a:pt x="5418243" y="5190532"/>
                </a:lnTo>
                <a:lnTo>
                  <a:pt x="5370576" y="5209158"/>
                </a:lnTo>
                <a:lnTo>
                  <a:pt x="5402887" y="5161718"/>
                </a:lnTo>
                <a:lnTo>
                  <a:pt x="5436856" y="5118465"/>
                </a:lnTo>
                <a:lnTo>
                  <a:pt x="5472221" y="5078839"/>
                </a:lnTo>
                <a:lnTo>
                  <a:pt x="5508719" y="5042281"/>
                </a:lnTo>
                <a:lnTo>
                  <a:pt x="5546090" y="5008229"/>
                </a:lnTo>
                <a:lnTo>
                  <a:pt x="5584070" y="4976124"/>
                </a:lnTo>
                <a:lnTo>
                  <a:pt x="5622398" y="4945406"/>
                </a:lnTo>
                <a:lnTo>
                  <a:pt x="5699047" y="4885890"/>
                </a:lnTo>
                <a:lnTo>
                  <a:pt x="5736844" y="4855972"/>
                </a:lnTo>
                <a:lnTo>
                  <a:pt x="5822267" y="4782978"/>
                </a:lnTo>
                <a:lnTo>
                  <a:pt x="5866485" y="4750530"/>
                </a:lnTo>
                <a:lnTo>
                  <a:pt x="5914263" y="4726178"/>
                </a:lnTo>
                <a:lnTo>
                  <a:pt x="5933749" y="4718387"/>
                </a:lnTo>
                <a:lnTo>
                  <a:pt x="5952426" y="4704524"/>
                </a:lnTo>
                <a:lnTo>
                  <a:pt x="5962912" y="4682565"/>
                </a:lnTo>
                <a:lnTo>
                  <a:pt x="5957824" y="4650486"/>
                </a:lnTo>
                <a:lnTo>
                  <a:pt x="5942310" y="4627880"/>
                </a:lnTo>
                <a:lnTo>
                  <a:pt x="5922962" y="4621180"/>
                </a:lnTo>
                <a:lnTo>
                  <a:pt x="5901424" y="4624625"/>
                </a:lnTo>
                <a:lnTo>
                  <a:pt x="5879338" y="4632452"/>
                </a:lnTo>
                <a:lnTo>
                  <a:pt x="5836686" y="4646520"/>
                </a:lnTo>
                <a:lnTo>
                  <a:pt x="5791931" y="4655053"/>
                </a:lnTo>
                <a:lnTo>
                  <a:pt x="5744372" y="4659435"/>
                </a:lnTo>
                <a:lnTo>
                  <a:pt x="5693308" y="4661050"/>
                </a:lnTo>
                <a:lnTo>
                  <a:pt x="5638038" y="4661281"/>
                </a:lnTo>
                <a:lnTo>
                  <a:pt x="5667453" y="4621811"/>
                </a:lnTo>
                <a:lnTo>
                  <a:pt x="5700627" y="4592657"/>
                </a:lnTo>
                <a:lnTo>
                  <a:pt x="5736364" y="4570795"/>
                </a:lnTo>
                <a:lnTo>
                  <a:pt x="5773465" y="4553201"/>
                </a:lnTo>
                <a:lnTo>
                  <a:pt x="5810732" y="4536851"/>
                </a:lnTo>
                <a:lnTo>
                  <a:pt x="5846967" y="4518721"/>
                </a:lnTo>
                <a:lnTo>
                  <a:pt x="5880973" y="4495786"/>
                </a:lnTo>
                <a:lnTo>
                  <a:pt x="5911551" y="4465024"/>
                </a:lnTo>
                <a:lnTo>
                  <a:pt x="5937504" y="4423410"/>
                </a:lnTo>
                <a:lnTo>
                  <a:pt x="5887420" y="4416419"/>
                </a:lnTo>
                <a:lnTo>
                  <a:pt x="5841116" y="4422079"/>
                </a:lnTo>
                <a:lnTo>
                  <a:pt x="5797464" y="4434840"/>
                </a:lnTo>
                <a:lnTo>
                  <a:pt x="5755335" y="4449155"/>
                </a:lnTo>
                <a:lnTo>
                  <a:pt x="5713603" y="4459478"/>
                </a:lnTo>
                <a:lnTo>
                  <a:pt x="5674618" y="4460531"/>
                </a:lnTo>
                <a:lnTo>
                  <a:pt x="5652230" y="4446381"/>
                </a:lnTo>
                <a:lnTo>
                  <a:pt x="5644559" y="4415347"/>
                </a:lnTo>
                <a:lnTo>
                  <a:pt x="5649722" y="4365752"/>
                </a:lnTo>
                <a:lnTo>
                  <a:pt x="5656495" y="4309726"/>
                </a:lnTo>
                <a:lnTo>
                  <a:pt x="5653574" y="4264810"/>
                </a:lnTo>
                <a:lnTo>
                  <a:pt x="5640959" y="4231909"/>
                </a:lnTo>
                <a:lnTo>
                  <a:pt x="5618649" y="4211931"/>
                </a:lnTo>
                <a:lnTo>
                  <a:pt x="5586645" y="4205781"/>
                </a:lnTo>
                <a:lnTo>
                  <a:pt x="5493520" y="4224698"/>
                </a:lnTo>
                <a:lnTo>
                  <a:pt x="5467191" y="4210716"/>
                </a:lnTo>
                <a:lnTo>
                  <a:pt x="5461579" y="4177827"/>
                </a:lnTo>
                <a:lnTo>
                  <a:pt x="5472303" y="4131437"/>
                </a:lnTo>
                <a:lnTo>
                  <a:pt x="5484092" y="4082630"/>
                </a:lnTo>
                <a:lnTo>
                  <a:pt x="5486099" y="4036638"/>
                </a:lnTo>
                <a:lnTo>
                  <a:pt x="5480669" y="3992657"/>
                </a:lnTo>
                <a:lnTo>
                  <a:pt x="5470149" y="3949883"/>
                </a:lnTo>
                <a:lnTo>
                  <a:pt x="5456884" y="3907511"/>
                </a:lnTo>
                <a:lnTo>
                  <a:pt x="5443220" y="3864737"/>
                </a:lnTo>
                <a:lnTo>
                  <a:pt x="5429342" y="3812800"/>
                </a:lnTo>
                <a:lnTo>
                  <a:pt x="5422751" y="3767109"/>
                </a:lnTo>
                <a:lnTo>
                  <a:pt x="5423596" y="3725960"/>
                </a:lnTo>
                <a:lnTo>
                  <a:pt x="5432025" y="3687653"/>
                </a:lnTo>
                <a:lnTo>
                  <a:pt x="5448187" y="3650486"/>
                </a:lnTo>
                <a:lnTo>
                  <a:pt x="5472231" y="3612757"/>
                </a:lnTo>
                <a:lnTo>
                  <a:pt x="5504307" y="3572764"/>
                </a:lnTo>
                <a:lnTo>
                  <a:pt x="5541679" y="3533431"/>
                </a:lnTo>
                <a:lnTo>
                  <a:pt x="5580967" y="3496135"/>
                </a:lnTo>
                <a:lnTo>
                  <a:pt x="5624090" y="3460196"/>
                </a:lnTo>
                <a:lnTo>
                  <a:pt x="5672963" y="3424936"/>
                </a:lnTo>
                <a:lnTo>
                  <a:pt x="5627157" y="3412808"/>
                </a:lnTo>
                <a:lnTo>
                  <a:pt x="5605484" y="3396021"/>
                </a:lnTo>
                <a:lnTo>
                  <a:pt x="5601537" y="3375677"/>
                </a:lnTo>
                <a:lnTo>
                  <a:pt x="5608907" y="3352879"/>
                </a:lnTo>
                <a:lnTo>
                  <a:pt x="5621189" y="3328729"/>
                </a:lnTo>
                <a:lnTo>
                  <a:pt x="5631976" y="3304331"/>
                </a:lnTo>
                <a:lnTo>
                  <a:pt x="5634859" y="3280787"/>
                </a:lnTo>
                <a:lnTo>
                  <a:pt x="5623433" y="3259201"/>
                </a:lnTo>
                <a:lnTo>
                  <a:pt x="5586408" y="3258603"/>
                </a:lnTo>
                <a:lnTo>
                  <a:pt x="5550378" y="3268992"/>
                </a:lnTo>
                <a:lnTo>
                  <a:pt x="5514627" y="3286924"/>
                </a:lnTo>
                <a:lnTo>
                  <a:pt x="5441089" y="3331639"/>
                </a:lnTo>
                <a:lnTo>
                  <a:pt x="5401870" y="3351534"/>
                </a:lnTo>
                <a:lnTo>
                  <a:pt x="5360060" y="3365195"/>
                </a:lnTo>
                <a:lnTo>
                  <a:pt x="5314942" y="3369178"/>
                </a:lnTo>
                <a:lnTo>
                  <a:pt x="5265801" y="3360039"/>
                </a:lnTo>
                <a:lnTo>
                  <a:pt x="5306016" y="3329840"/>
                </a:lnTo>
                <a:lnTo>
                  <a:pt x="5346729" y="3302176"/>
                </a:lnTo>
                <a:lnTo>
                  <a:pt x="5387731" y="3276497"/>
                </a:lnTo>
                <a:lnTo>
                  <a:pt x="5428813" y="3252250"/>
                </a:lnTo>
                <a:lnTo>
                  <a:pt x="5510376" y="3205847"/>
                </a:lnTo>
                <a:lnTo>
                  <a:pt x="5550440" y="3182588"/>
                </a:lnTo>
                <a:lnTo>
                  <a:pt x="5589745" y="3158555"/>
                </a:lnTo>
                <a:lnTo>
                  <a:pt x="5628083" y="3133197"/>
                </a:lnTo>
                <a:lnTo>
                  <a:pt x="5665244" y="3105963"/>
                </a:lnTo>
                <a:lnTo>
                  <a:pt x="5701018" y="3076300"/>
                </a:lnTo>
                <a:lnTo>
                  <a:pt x="5735197" y="3043657"/>
                </a:lnTo>
                <a:lnTo>
                  <a:pt x="5767571" y="3007484"/>
                </a:lnTo>
                <a:lnTo>
                  <a:pt x="5797931" y="2967228"/>
                </a:lnTo>
                <a:lnTo>
                  <a:pt x="5774037" y="2948676"/>
                </a:lnTo>
                <a:lnTo>
                  <a:pt x="5750703" y="2948733"/>
                </a:lnTo>
                <a:lnTo>
                  <a:pt x="5728440" y="2953529"/>
                </a:lnTo>
                <a:lnTo>
                  <a:pt x="5701744" y="2947898"/>
                </a:lnTo>
                <a:lnTo>
                  <a:pt x="5659785" y="2949255"/>
                </a:lnTo>
                <a:lnTo>
                  <a:pt x="5627963" y="2948930"/>
                </a:lnTo>
                <a:lnTo>
                  <a:pt x="5591658" y="2945951"/>
                </a:lnTo>
                <a:lnTo>
                  <a:pt x="5552932" y="2938827"/>
                </a:lnTo>
                <a:lnTo>
                  <a:pt x="5513843" y="2926071"/>
                </a:lnTo>
                <a:lnTo>
                  <a:pt x="5476452" y="2906192"/>
                </a:lnTo>
                <a:lnTo>
                  <a:pt x="5442817" y="2877702"/>
                </a:lnTo>
                <a:lnTo>
                  <a:pt x="5414999" y="2839112"/>
                </a:lnTo>
                <a:lnTo>
                  <a:pt x="5395058" y="2788932"/>
                </a:lnTo>
                <a:lnTo>
                  <a:pt x="5385054" y="2725674"/>
                </a:lnTo>
                <a:lnTo>
                  <a:pt x="5373370" y="2725674"/>
                </a:lnTo>
                <a:lnTo>
                  <a:pt x="5367655" y="2714879"/>
                </a:lnTo>
                <a:lnTo>
                  <a:pt x="5352879" y="2677213"/>
                </a:lnTo>
                <a:lnTo>
                  <a:pt x="5347652" y="2632440"/>
                </a:lnTo>
                <a:lnTo>
                  <a:pt x="5338616" y="2593738"/>
                </a:lnTo>
                <a:lnTo>
                  <a:pt x="5312410" y="2574290"/>
                </a:lnTo>
                <a:lnTo>
                  <a:pt x="5269196" y="2565326"/>
                </a:lnTo>
                <a:lnTo>
                  <a:pt x="5226256" y="2554017"/>
                </a:lnTo>
                <a:lnTo>
                  <a:pt x="5182769" y="2547447"/>
                </a:lnTo>
                <a:lnTo>
                  <a:pt x="5137912" y="2552700"/>
                </a:lnTo>
                <a:lnTo>
                  <a:pt x="5102528" y="2563814"/>
                </a:lnTo>
                <a:lnTo>
                  <a:pt x="5066300" y="2574274"/>
                </a:lnTo>
                <a:lnTo>
                  <a:pt x="5029523" y="2582042"/>
                </a:lnTo>
                <a:lnTo>
                  <a:pt x="4992497" y="2585085"/>
                </a:lnTo>
                <a:lnTo>
                  <a:pt x="4969006" y="2591400"/>
                </a:lnTo>
                <a:lnTo>
                  <a:pt x="4944093" y="2605599"/>
                </a:lnTo>
                <a:lnTo>
                  <a:pt x="4918825" y="2620554"/>
                </a:lnTo>
                <a:lnTo>
                  <a:pt x="4894268" y="2629143"/>
                </a:lnTo>
                <a:lnTo>
                  <a:pt x="4871488" y="2624240"/>
                </a:lnTo>
                <a:lnTo>
                  <a:pt x="4851551" y="2598721"/>
                </a:lnTo>
                <a:lnTo>
                  <a:pt x="4835525" y="2545461"/>
                </a:lnTo>
                <a:lnTo>
                  <a:pt x="4820664" y="2544206"/>
                </a:lnTo>
                <a:lnTo>
                  <a:pt x="4784265" y="2549048"/>
                </a:lnTo>
                <a:lnTo>
                  <a:pt x="4695952" y="2563495"/>
                </a:lnTo>
                <a:lnTo>
                  <a:pt x="4664210" y="2571726"/>
                </a:lnTo>
                <a:lnTo>
                  <a:pt x="4631944" y="2577909"/>
                </a:lnTo>
                <a:lnTo>
                  <a:pt x="4601869" y="2570567"/>
                </a:lnTo>
                <a:lnTo>
                  <a:pt x="4576699" y="2538222"/>
                </a:lnTo>
                <a:lnTo>
                  <a:pt x="4580177" y="2503932"/>
                </a:lnTo>
                <a:lnTo>
                  <a:pt x="4606528" y="2466594"/>
                </a:lnTo>
                <a:lnTo>
                  <a:pt x="4647047" y="2435352"/>
                </a:lnTo>
                <a:lnTo>
                  <a:pt x="4693031" y="2419350"/>
                </a:lnTo>
                <a:lnTo>
                  <a:pt x="4734419" y="2414260"/>
                </a:lnTo>
                <a:lnTo>
                  <a:pt x="4775533" y="2411206"/>
                </a:lnTo>
                <a:lnTo>
                  <a:pt x="4816100" y="2412224"/>
                </a:lnTo>
                <a:lnTo>
                  <a:pt x="4855845" y="2419350"/>
                </a:lnTo>
                <a:lnTo>
                  <a:pt x="4898561" y="2424257"/>
                </a:lnTo>
                <a:lnTo>
                  <a:pt x="4931442" y="2412603"/>
                </a:lnTo>
                <a:lnTo>
                  <a:pt x="4955607" y="2385399"/>
                </a:lnTo>
                <a:lnTo>
                  <a:pt x="4972177" y="2343658"/>
                </a:lnTo>
                <a:lnTo>
                  <a:pt x="4990655" y="2297886"/>
                </a:lnTo>
                <a:lnTo>
                  <a:pt x="5015420" y="2261616"/>
                </a:lnTo>
                <a:lnTo>
                  <a:pt x="5046186" y="2232108"/>
                </a:lnTo>
                <a:lnTo>
                  <a:pt x="5082667" y="2206625"/>
                </a:lnTo>
                <a:lnTo>
                  <a:pt x="5125117" y="2179756"/>
                </a:lnTo>
                <a:lnTo>
                  <a:pt x="5209507" y="2124822"/>
                </a:lnTo>
                <a:lnTo>
                  <a:pt x="5251828" y="2097766"/>
                </a:lnTo>
                <a:lnTo>
                  <a:pt x="5294487" y="2071657"/>
                </a:lnTo>
                <a:lnTo>
                  <a:pt x="5337673" y="2047000"/>
                </a:lnTo>
                <a:lnTo>
                  <a:pt x="5381578" y="2024299"/>
                </a:lnTo>
                <a:lnTo>
                  <a:pt x="5426391" y="2004060"/>
                </a:lnTo>
                <a:lnTo>
                  <a:pt x="5472303" y="1986788"/>
                </a:lnTo>
                <a:lnTo>
                  <a:pt x="5492609" y="1979402"/>
                </a:lnTo>
                <a:lnTo>
                  <a:pt x="5512641" y="1965610"/>
                </a:lnTo>
                <a:lnTo>
                  <a:pt x="5529935" y="1941675"/>
                </a:lnTo>
                <a:lnTo>
                  <a:pt x="5542026" y="1903857"/>
                </a:lnTo>
                <a:lnTo>
                  <a:pt x="5494957" y="1916313"/>
                </a:lnTo>
                <a:lnTo>
                  <a:pt x="5448216" y="1930134"/>
                </a:lnTo>
                <a:lnTo>
                  <a:pt x="5401766" y="1945144"/>
                </a:lnTo>
                <a:lnTo>
                  <a:pt x="5355573" y="1961169"/>
                </a:lnTo>
                <a:lnTo>
                  <a:pt x="5309602" y="1978032"/>
                </a:lnTo>
                <a:lnTo>
                  <a:pt x="5263817" y="1995558"/>
                </a:lnTo>
                <a:lnTo>
                  <a:pt x="5218182" y="2013573"/>
                </a:lnTo>
                <a:lnTo>
                  <a:pt x="5036446" y="2087008"/>
                </a:lnTo>
                <a:lnTo>
                  <a:pt x="4991036" y="2104834"/>
                </a:lnTo>
                <a:lnTo>
                  <a:pt x="4945566" y="2122097"/>
                </a:lnTo>
                <a:lnTo>
                  <a:pt x="4899999" y="2138620"/>
                </a:lnTo>
                <a:lnTo>
                  <a:pt x="4854301" y="2154230"/>
                </a:lnTo>
                <a:lnTo>
                  <a:pt x="4808436" y="2168750"/>
                </a:lnTo>
                <a:lnTo>
                  <a:pt x="4762370" y="2182006"/>
                </a:lnTo>
                <a:lnTo>
                  <a:pt x="4716066" y="2193821"/>
                </a:lnTo>
                <a:lnTo>
                  <a:pt x="4669489" y="2204022"/>
                </a:lnTo>
                <a:lnTo>
                  <a:pt x="4622605" y="2212431"/>
                </a:lnTo>
                <a:lnTo>
                  <a:pt x="4575377" y="2218875"/>
                </a:lnTo>
                <a:lnTo>
                  <a:pt x="4527772" y="2223178"/>
                </a:lnTo>
                <a:lnTo>
                  <a:pt x="4479752" y="2225164"/>
                </a:lnTo>
                <a:lnTo>
                  <a:pt x="4431284" y="2224659"/>
                </a:lnTo>
                <a:lnTo>
                  <a:pt x="4477291" y="2196278"/>
                </a:lnTo>
                <a:lnTo>
                  <a:pt x="4525240" y="2174584"/>
                </a:lnTo>
                <a:lnTo>
                  <a:pt x="4574569" y="2157431"/>
                </a:lnTo>
                <a:lnTo>
                  <a:pt x="4624715" y="2142674"/>
                </a:lnTo>
                <a:lnTo>
                  <a:pt x="4675116" y="2128164"/>
                </a:lnTo>
                <a:lnTo>
                  <a:pt x="4725212" y="2111758"/>
                </a:lnTo>
                <a:lnTo>
                  <a:pt x="4774438" y="2091309"/>
                </a:lnTo>
                <a:lnTo>
                  <a:pt x="4726247" y="2076636"/>
                </a:lnTo>
                <a:lnTo>
                  <a:pt x="4679172" y="2076833"/>
                </a:lnTo>
                <a:lnTo>
                  <a:pt x="4632925" y="2086892"/>
                </a:lnTo>
                <a:lnTo>
                  <a:pt x="4541774" y="2116582"/>
                </a:lnTo>
                <a:lnTo>
                  <a:pt x="4504504" y="2124858"/>
                </a:lnTo>
                <a:lnTo>
                  <a:pt x="4470843" y="2124819"/>
                </a:lnTo>
                <a:lnTo>
                  <a:pt x="4443028" y="2111625"/>
                </a:lnTo>
                <a:lnTo>
                  <a:pt x="4423296" y="2080436"/>
                </a:lnTo>
                <a:lnTo>
                  <a:pt x="4413885" y="2026412"/>
                </a:lnTo>
                <a:lnTo>
                  <a:pt x="4413885" y="1997583"/>
                </a:lnTo>
                <a:lnTo>
                  <a:pt x="4455303" y="1943973"/>
                </a:lnTo>
                <a:lnTo>
                  <a:pt x="4509770" y="1914652"/>
                </a:lnTo>
                <a:lnTo>
                  <a:pt x="4528260" y="1907718"/>
                </a:lnTo>
                <a:lnTo>
                  <a:pt x="4546155" y="1897094"/>
                </a:lnTo>
                <a:lnTo>
                  <a:pt x="4559669" y="1881755"/>
                </a:lnTo>
                <a:lnTo>
                  <a:pt x="4565015" y="1860677"/>
                </a:lnTo>
                <a:lnTo>
                  <a:pt x="4570001" y="1806206"/>
                </a:lnTo>
                <a:lnTo>
                  <a:pt x="4586196" y="1763747"/>
                </a:lnTo>
                <a:lnTo>
                  <a:pt x="4611259" y="1730898"/>
                </a:lnTo>
                <a:lnTo>
                  <a:pt x="4642852" y="1705257"/>
                </a:lnTo>
                <a:lnTo>
                  <a:pt x="4678636" y="1684420"/>
                </a:lnTo>
                <a:lnTo>
                  <a:pt x="4716272" y="1665986"/>
                </a:lnTo>
                <a:lnTo>
                  <a:pt x="4686766" y="1637234"/>
                </a:lnTo>
                <a:lnTo>
                  <a:pt x="4659201" y="1633521"/>
                </a:lnTo>
                <a:lnTo>
                  <a:pt x="4633279" y="1640643"/>
                </a:lnTo>
                <a:lnTo>
                  <a:pt x="4608703" y="1644396"/>
                </a:lnTo>
                <a:lnTo>
                  <a:pt x="4593761" y="1641203"/>
                </a:lnTo>
                <a:lnTo>
                  <a:pt x="4580699" y="1635331"/>
                </a:lnTo>
                <a:lnTo>
                  <a:pt x="4571448" y="1624054"/>
                </a:lnTo>
                <a:lnTo>
                  <a:pt x="4567936" y="1604645"/>
                </a:lnTo>
                <a:lnTo>
                  <a:pt x="4569623" y="1585027"/>
                </a:lnTo>
                <a:lnTo>
                  <a:pt x="4574857" y="1566386"/>
                </a:lnTo>
                <a:lnTo>
                  <a:pt x="4583902" y="1552459"/>
                </a:lnTo>
                <a:lnTo>
                  <a:pt x="4597019" y="1546987"/>
                </a:lnTo>
                <a:lnTo>
                  <a:pt x="4637800" y="1539996"/>
                </a:lnTo>
                <a:lnTo>
                  <a:pt x="4675438" y="1523274"/>
                </a:lnTo>
                <a:lnTo>
                  <a:pt x="4710891" y="1499639"/>
                </a:lnTo>
                <a:lnTo>
                  <a:pt x="4745118" y="1471908"/>
                </a:lnTo>
                <a:lnTo>
                  <a:pt x="4779077" y="1442901"/>
                </a:lnTo>
                <a:lnTo>
                  <a:pt x="4813728" y="1415433"/>
                </a:lnTo>
                <a:lnTo>
                  <a:pt x="4850028" y="1392325"/>
                </a:lnTo>
                <a:lnTo>
                  <a:pt x="4888936" y="1376393"/>
                </a:lnTo>
                <a:lnTo>
                  <a:pt x="4931410" y="1370457"/>
                </a:lnTo>
                <a:lnTo>
                  <a:pt x="4956975" y="1363058"/>
                </a:lnTo>
                <a:lnTo>
                  <a:pt x="4959529" y="1343735"/>
                </a:lnTo>
                <a:lnTo>
                  <a:pt x="4939190" y="1286561"/>
                </a:lnTo>
                <a:lnTo>
                  <a:pt x="4938092" y="1257332"/>
                </a:lnTo>
                <a:lnTo>
                  <a:pt x="4957572" y="1233424"/>
                </a:lnTo>
                <a:lnTo>
                  <a:pt x="4957020" y="1224978"/>
                </a:lnTo>
                <a:lnTo>
                  <a:pt x="4939824" y="1217199"/>
                </a:lnTo>
                <a:lnTo>
                  <a:pt x="4915531" y="1212135"/>
                </a:lnTo>
                <a:lnTo>
                  <a:pt x="4893691" y="1211834"/>
                </a:lnTo>
                <a:lnTo>
                  <a:pt x="4876552" y="1217556"/>
                </a:lnTo>
                <a:lnTo>
                  <a:pt x="4859449" y="1225327"/>
                </a:lnTo>
                <a:lnTo>
                  <a:pt x="4841274" y="1229050"/>
                </a:lnTo>
                <a:lnTo>
                  <a:pt x="4820920" y="1222628"/>
                </a:lnTo>
                <a:lnTo>
                  <a:pt x="4818989" y="1180879"/>
                </a:lnTo>
                <a:lnTo>
                  <a:pt x="4831477" y="1150953"/>
                </a:lnTo>
                <a:lnTo>
                  <a:pt x="4879086" y="1114425"/>
                </a:lnTo>
                <a:lnTo>
                  <a:pt x="4924508" y="1087993"/>
                </a:lnTo>
                <a:lnTo>
                  <a:pt x="4970369" y="1061897"/>
                </a:lnTo>
                <a:lnTo>
                  <a:pt x="5017078" y="1038209"/>
                </a:lnTo>
                <a:lnTo>
                  <a:pt x="5065042" y="1019002"/>
                </a:lnTo>
                <a:lnTo>
                  <a:pt x="5114671" y="1006348"/>
                </a:lnTo>
                <a:lnTo>
                  <a:pt x="5134157" y="1000910"/>
                </a:lnTo>
                <a:lnTo>
                  <a:pt x="5148453" y="989711"/>
                </a:lnTo>
                <a:lnTo>
                  <a:pt x="5156748" y="972415"/>
                </a:lnTo>
                <a:lnTo>
                  <a:pt x="5158232" y="948689"/>
                </a:lnTo>
                <a:lnTo>
                  <a:pt x="5149947" y="923897"/>
                </a:lnTo>
                <a:lnTo>
                  <a:pt x="5135674" y="915320"/>
                </a:lnTo>
                <a:lnTo>
                  <a:pt x="5118138" y="916221"/>
                </a:lnTo>
                <a:lnTo>
                  <a:pt x="5100066" y="919861"/>
                </a:lnTo>
                <a:lnTo>
                  <a:pt x="5089188" y="923210"/>
                </a:lnTo>
                <a:lnTo>
                  <a:pt x="5078285" y="925226"/>
                </a:lnTo>
                <a:lnTo>
                  <a:pt x="5067383" y="921861"/>
                </a:lnTo>
                <a:lnTo>
                  <a:pt x="5056505" y="909065"/>
                </a:lnTo>
                <a:lnTo>
                  <a:pt x="5106385" y="872645"/>
                </a:lnTo>
                <a:lnTo>
                  <a:pt x="5154135" y="839908"/>
                </a:lnTo>
                <a:lnTo>
                  <a:pt x="5200026" y="810484"/>
                </a:lnTo>
                <a:lnTo>
                  <a:pt x="5244328" y="784004"/>
                </a:lnTo>
                <a:lnTo>
                  <a:pt x="5287312" y="760096"/>
                </a:lnTo>
                <a:lnTo>
                  <a:pt x="5329248" y="738392"/>
                </a:lnTo>
                <a:lnTo>
                  <a:pt x="5370406" y="718519"/>
                </a:lnTo>
                <a:lnTo>
                  <a:pt x="5411058" y="700109"/>
                </a:lnTo>
                <a:lnTo>
                  <a:pt x="5451474" y="682791"/>
                </a:lnTo>
                <a:lnTo>
                  <a:pt x="5491924" y="666194"/>
                </a:lnTo>
                <a:lnTo>
                  <a:pt x="5616186" y="617032"/>
                </a:lnTo>
                <a:lnTo>
                  <a:pt x="5659478" y="599620"/>
                </a:lnTo>
                <a:lnTo>
                  <a:pt x="5704157" y="581078"/>
                </a:lnTo>
                <a:lnTo>
                  <a:pt x="5750494" y="561037"/>
                </a:lnTo>
                <a:lnTo>
                  <a:pt x="5798758" y="539125"/>
                </a:lnTo>
                <a:lnTo>
                  <a:pt x="5849221" y="514974"/>
                </a:lnTo>
                <a:lnTo>
                  <a:pt x="5902153" y="488212"/>
                </a:lnTo>
                <a:lnTo>
                  <a:pt x="5957824" y="458470"/>
                </a:lnTo>
                <a:lnTo>
                  <a:pt x="5898638" y="440180"/>
                </a:lnTo>
                <a:lnTo>
                  <a:pt x="5846286" y="439118"/>
                </a:lnTo>
                <a:lnTo>
                  <a:pt x="5798840" y="446843"/>
                </a:lnTo>
                <a:lnTo>
                  <a:pt x="5754370" y="454913"/>
                </a:lnTo>
                <a:lnTo>
                  <a:pt x="5709962" y="462300"/>
                </a:lnTo>
                <a:lnTo>
                  <a:pt x="5682119" y="470737"/>
                </a:lnTo>
                <a:lnTo>
                  <a:pt x="5665319" y="479930"/>
                </a:lnTo>
                <a:lnTo>
                  <a:pt x="5642761" y="499406"/>
                </a:lnTo>
                <a:lnTo>
                  <a:pt x="5625961" y="509099"/>
                </a:lnTo>
                <a:lnTo>
                  <a:pt x="5598118" y="518369"/>
                </a:lnTo>
                <a:lnTo>
                  <a:pt x="5553710" y="526923"/>
                </a:lnTo>
                <a:lnTo>
                  <a:pt x="5512352" y="535480"/>
                </a:lnTo>
                <a:lnTo>
                  <a:pt x="5471438" y="544392"/>
                </a:lnTo>
                <a:lnTo>
                  <a:pt x="5429982" y="547945"/>
                </a:lnTo>
                <a:lnTo>
                  <a:pt x="5386996" y="540427"/>
                </a:lnTo>
                <a:lnTo>
                  <a:pt x="5341493" y="516127"/>
                </a:lnTo>
                <a:lnTo>
                  <a:pt x="5306616" y="501542"/>
                </a:lnTo>
                <a:lnTo>
                  <a:pt x="5266599" y="502342"/>
                </a:lnTo>
                <a:lnTo>
                  <a:pt x="5223956" y="514043"/>
                </a:lnTo>
                <a:lnTo>
                  <a:pt x="5181197" y="532156"/>
                </a:lnTo>
                <a:lnTo>
                  <a:pt x="5140833" y="552196"/>
                </a:lnTo>
                <a:lnTo>
                  <a:pt x="5101316" y="569430"/>
                </a:lnTo>
                <a:lnTo>
                  <a:pt x="5060156" y="576532"/>
                </a:lnTo>
                <a:lnTo>
                  <a:pt x="5015710" y="571466"/>
                </a:lnTo>
                <a:lnTo>
                  <a:pt x="4966335" y="552196"/>
                </a:lnTo>
                <a:lnTo>
                  <a:pt x="5053219" y="522477"/>
                </a:lnTo>
                <a:lnTo>
                  <a:pt x="5091868" y="509619"/>
                </a:lnTo>
                <a:lnTo>
                  <a:pt x="5129149" y="498094"/>
                </a:lnTo>
                <a:lnTo>
                  <a:pt x="5156303" y="487060"/>
                </a:lnTo>
                <a:lnTo>
                  <a:pt x="5176075" y="469264"/>
                </a:lnTo>
                <a:lnTo>
                  <a:pt x="5187656" y="443372"/>
                </a:lnTo>
                <a:lnTo>
                  <a:pt x="5190236" y="408050"/>
                </a:lnTo>
                <a:lnTo>
                  <a:pt x="5191151" y="384948"/>
                </a:lnTo>
                <a:lnTo>
                  <a:pt x="5190982" y="361156"/>
                </a:lnTo>
                <a:lnTo>
                  <a:pt x="5185360" y="340078"/>
                </a:lnTo>
                <a:lnTo>
                  <a:pt x="5169916" y="325120"/>
                </a:lnTo>
                <a:lnTo>
                  <a:pt x="5151296" y="319406"/>
                </a:lnTo>
                <a:lnTo>
                  <a:pt x="5132118" y="322849"/>
                </a:lnTo>
                <a:lnTo>
                  <a:pt x="5115105" y="333746"/>
                </a:lnTo>
                <a:lnTo>
                  <a:pt x="5102987" y="350393"/>
                </a:lnTo>
                <a:lnTo>
                  <a:pt x="5091563" y="384288"/>
                </a:lnTo>
                <a:lnTo>
                  <a:pt x="5076841" y="413432"/>
                </a:lnTo>
                <a:lnTo>
                  <a:pt x="5055570" y="434457"/>
                </a:lnTo>
                <a:lnTo>
                  <a:pt x="5024501" y="443991"/>
                </a:lnTo>
                <a:lnTo>
                  <a:pt x="4991904" y="443108"/>
                </a:lnTo>
                <a:lnTo>
                  <a:pt x="4986322" y="431403"/>
                </a:lnTo>
                <a:lnTo>
                  <a:pt x="5007102" y="386334"/>
                </a:lnTo>
                <a:lnTo>
                  <a:pt x="5007963" y="361852"/>
                </a:lnTo>
                <a:lnTo>
                  <a:pt x="4996847" y="347170"/>
                </a:lnTo>
                <a:lnTo>
                  <a:pt x="4979206" y="341274"/>
                </a:lnTo>
                <a:lnTo>
                  <a:pt x="4960493" y="343153"/>
                </a:lnTo>
                <a:lnTo>
                  <a:pt x="4916648" y="352743"/>
                </a:lnTo>
                <a:lnTo>
                  <a:pt x="4872411" y="352730"/>
                </a:lnTo>
                <a:lnTo>
                  <a:pt x="4827857" y="348519"/>
                </a:lnTo>
                <a:lnTo>
                  <a:pt x="4783060" y="345515"/>
                </a:lnTo>
                <a:lnTo>
                  <a:pt x="4738093" y="349121"/>
                </a:lnTo>
                <a:lnTo>
                  <a:pt x="4693031" y="364744"/>
                </a:lnTo>
                <a:lnTo>
                  <a:pt x="4706966" y="312343"/>
                </a:lnTo>
                <a:lnTo>
                  <a:pt x="4726070" y="269856"/>
                </a:lnTo>
                <a:lnTo>
                  <a:pt x="4751149" y="236378"/>
                </a:lnTo>
                <a:lnTo>
                  <a:pt x="4783013" y="211008"/>
                </a:lnTo>
                <a:lnTo>
                  <a:pt x="4822468" y="192841"/>
                </a:lnTo>
                <a:lnTo>
                  <a:pt x="4870323" y="180975"/>
                </a:lnTo>
                <a:lnTo>
                  <a:pt x="4899116" y="179470"/>
                </a:lnTo>
                <a:lnTo>
                  <a:pt x="4928171" y="177323"/>
                </a:lnTo>
                <a:lnTo>
                  <a:pt x="4983734" y="152146"/>
                </a:lnTo>
                <a:lnTo>
                  <a:pt x="5009959" y="121015"/>
                </a:lnTo>
                <a:lnTo>
                  <a:pt x="5014845" y="100907"/>
                </a:lnTo>
                <a:lnTo>
                  <a:pt x="5009896" y="76453"/>
                </a:lnTo>
                <a:lnTo>
                  <a:pt x="5000952" y="61956"/>
                </a:lnTo>
                <a:lnTo>
                  <a:pt x="4988163" y="55245"/>
                </a:lnTo>
                <a:lnTo>
                  <a:pt x="4973159" y="54629"/>
                </a:lnTo>
                <a:lnTo>
                  <a:pt x="4957572" y="58420"/>
                </a:lnTo>
                <a:lnTo>
                  <a:pt x="4906357" y="78995"/>
                </a:lnTo>
                <a:lnTo>
                  <a:pt x="4854180" y="94211"/>
                </a:lnTo>
                <a:lnTo>
                  <a:pt x="4801447" y="105630"/>
                </a:lnTo>
                <a:lnTo>
                  <a:pt x="4748568" y="114812"/>
                </a:lnTo>
                <a:lnTo>
                  <a:pt x="4695952" y="123317"/>
                </a:lnTo>
                <a:lnTo>
                  <a:pt x="4685018" y="125940"/>
                </a:lnTo>
                <a:lnTo>
                  <a:pt x="4674108" y="125539"/>
                </a:lnTo>
                <a:lnTo>
                  <a:pt x="4663198" y="117709"/>
                </a:lnTo>
                <a:lnTo>
                  <a:pt x="4652264" y="98044"/>
                </a:lnTo>
                <a:lnTo>
                  <a:pt x="4690328" y="85387"/>
                </a:lnTo>
                <a:lnTo>
                  <a:pt x="4728178" y="71945"/>
                </a:lnTo>
                <a:lnTo>
                  <a:pt x="4765885" y="57931"/>
                </a:lnTo>
                <a:lnTo>
                  <a:pt x="4918456" y="0"/>
                </a:lnTo>
                <a:close/>
              </a:path>
            </a:pathLst>
          </a:custGeom>
          <a:solidFill>
            <a:srgbClr val="EDEBE0">
              <a:alpha val="50195"/>
            </a:srgbClr>
          </a:solidFill>
        </p:spPr>
        <p:txBody>
          <a:bodyPr wrap="square" lIns="0" tIns="0" rIns="0" bIns="0" rtlCol="0"/>
          <a:lstStyle/>
          <a:p>
            <a:endParaRPr/>
          </a:p>
        </p:txBody>
      </p:sp>
      <p:sp>
        <p:nvSpPr>
          <p:cNvPr id="3" name="object 3"/>
          <p:cNvSpPr txBox="1">
            <a:spLocks noGrp="1"/>
          </p:cNvSpPr>
          <p:nvPr>
            <p:ph type="title"/>
          </p:nvPr>
        </p:nvSpPr>
        <p:spPr>
          <a:xfrm>
            <a:off x="1065377" y="3011246"/>
            <a:ext cx="2016760" cy="697230"/>
          </a:xfrm>
          <a:prstGeom prst="rect">
            <a:avLst/>
          </a:prstGeom>
        </p:spPr>
        <p:txBody>
          <a:bodyPr vert="horz" wrap="square" lIns="0" tIns="13335" rIns="0" bIns="0" rtlCol="0">
            <a:spAutoFit/>
          </a:bodyPr>
          <a:lstStyle/>
          <a:p>
            <a:pPr marL="12700">
              <a:lnSpc>
                <a:spcPct val="100000"/>
              </a:lnSpc>
              <a:spcBef>
                <a:spcPts val="105"/>
              </a:spcBef>
            </a:pPr>
            <a:r>
              <a:rPr spc="-125" dirty="0"/>
              <a:t>BLYNK </a:t>
            </a:r>
            <a:r>
              <a:rPr spc="-25" dirty="0"/>
              <a:t>UI</a:t>
            </a:r>
          </a:p>
        </p:txBody>
      </p:sp>
      <p:pic>
        <p:nvPicPr>
          <p:cNvPr id="6" name="Picture 5">
            <a:extLst>
              <a:ext uri="{FF2B5EF4-FFF2-40B4-BE49-F238E27FC236}">
                <a16:creationId xmlns:a16="http://schemas.microsoft.com/office/drawing/2014/main" id="{25C0D13D-8F2B-B6FD-74C4-B26A4F4CB8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400" y="535939"/>
            <a:ext cx="2590800" cy="57861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4" name="Shape 124"/>
        <p:cNvGrpSpPr/>
        <p:nvPr/>
      </p:nvGrpSpPr>
      <p:grpSpPr>
        <a:xfrm>
          <a:off x="0" y="0"/>
          <a:ext cx="0" cy="0"/>
          <a:chOff x="0" y="0"/>
          <a:chExt cx="0" cy="0"/>
        </a:xfrm>
      </p:grpSpPr>
      <p:sp>
        <p:nvSpPr>
          <p:cNvPr id="125" name="Google Shape;125;p5"/>
          <p:cNvSpPr txBox="1"/>
          <p:nvPr>
            <p:ph type="title"/>
          </p:nvPr>
        </p:nvSpPr>
        <p:spPr>
          <a:xfrm>
            <a:off x="883107" y="510997"/>
            <a:ext cx="4725600" cy="981600"/>
          </a:xfrm>
          <a:prstGeom prst="rect">
            <a:avLst/>
          </a:prstGeom>
          <a:noFill/>
          <a:ln>
            <a:noFill/>
          </a:ln>
        </p:spPr>
        <p:txBody>
          <a:bodyPr anchorCtr="0" anchor="t" bIns="0" lIns="0" spcFirstLastPara="1" rIns="0" wrap="square" tIns="69200">
            <a:spAutoFit/>
          </a:bodyPr>
          <a:lstStyle/>
          <a:p>
            <a:pPr indent="0" lvl="0" marL="12700" marR="5080" rtl="0" algn="l">
              <a:lnSpc>
                <a:spcPct val="108181"/>
              </a:lnSpc>
              <a:spcBef>
                <a:spcPts val="0"/>
              </a:spcBef>
              <a:spcAft>
                <a:spcPts val="0"/>
              </a:spcAft>
              <a:buNone/>
            </a:pPr>
            <a:r>
              <a:rPr lang="en-US" sz="3300">
                <a:solidFill>
                  <a:srgbClr val="1F487C"/>
                </a:solidFill>
              </a:rPr>
              <a:t>ANALYTICAL AND THEORETICAL DESCRIPTION</a:t>
            </a:r>
            <a:endParaRPr sz="3300"/>
          </a:p>
        </p:txBody>
      </p:sp>
      <p:sp>
        <p:nvSpPr>
          <p:cNvPr id="126" name="Google Shape;126;p5"/>
          <p:cNvSpPr txBox="1"/>
          <p:nvPr/>
        </p:nvSpPr>
        <p:spPr>
          <a:xfrm>
            <a:off x="1020876" y="1917294"/>
            <a:ext cx="5299800" cy="5017200"/>
          </a:xfrm>
          <a:prstGeom prst="rect">
            <a:avLst/>
          </a:prstGeom>
          <a:noFill/>
          <a:ln>
            <a:noFill/>
          </a:ln>
        </p:spPr>
        <p:txBody>
          <a:bodyPr anchorCtr="0" anchor="t" bIns="0" lIns="0" spcFirstLastPara="1" rIns="0" wrap="square" tIns="71750">
            <a:spAutoFit/>
          </a:bodyPr>
          <a:lstStyle/>
          <a:p>
            <a:pPr indent="-140335" lvl="0" marL="153035" marR="0" rtl="0" algn="l">
              <a:lnSpc>
                <a:spcPct val="100000"/>
              </a:lnSpc>
              <a:spcBef>
                <a:spcPts val="0"/>
              </a:spcBef>
              <a:spcAft>
                <a:spcPts val="0"/>
              </a:spcAft>
              <a:buClr>
                <a:srgbClr val="1F487C"/>
              </a:buClr>
              <a:buSzPts val="1100"/>
              <a:buFont typeface="Arial"/>
              <a:buAutoNum type="arabicPeriod"/>
            </a:pPr>
            <a:r>
              <a:rPr b="1" lang="en-US" sz="1100">
                <a:solidFill>
                  <a:srgbClr val="1F487C"/>
                </a:solidFill>
                <a:latin typeface="Arial"/>
                <a:ea typeface="Arial"/>
                <a:cs typeface="Arial"/>
                <a:sym typeface="Arial"/>
              </a:rPr>
              <a:t>Sensor Data Interpretation</a:t>
            </a:r>
            <a:endParaRPr sz="1100">
              <a:latin typeface="Arial"/>
              <a:ea typeface="Arial"/>
              <a:cs typeface="Arial"/>
              <a:sym typeface="Arial"/>
            </a:endParaRPr>
          </a:p>
          <a:p>
            <a:pPr indent="0" lvl="0" marL="469265" marR="5080" rtl="0" algn="l">
              <a:lnSpc>
                <a:spcPct val="108181"/>
              </a:lnSpc>
              <a:spcBef>
                <a:spcPts val="615"/>
              </a:spcBef>
              <a:spcAft>
                <a:spcPts val="0"/>
              </a:spcAft>
              <a:buNone/>
            </a:pPr>
            <a:r>
              <a:rPr b="1" lang="en-US" sz="1100">
                <a:solidFill>
                  <a:srgbClr val="1F487C"/>
                </a:solidFill>
                <a:latin typeface="Arial"/>
                <a:ea typeface="Arial"/>
                <a:cs typeface="Arial"/>
                <a:sym typeface="Arial"/>
              </a:rPr>
              <a:t>BMP280 Sensor</a:t>
            </a:r>
            <a:r>
              <a:rPr lang="en-US" sz="1100">
                <a:solidFill>
                  <a:srgbClr val="1F487C"/>
                </a:solidFill>
                <a:latin typeface="Arial"/>
                <a:ea typeface="Arial"/>
                <a:cs typeface="Arial"/>
                <a:sym typeface="Arial"/>
              </a:rPr>
              <a:t>: Uses barometric pressure and temperature sensors based on piezo- resistive technology. Outputs digital values that correspond to environmental temperature and atmospheric pressure levels.</a:t>
            </a:r>
            <a:endParaRPr sz="1100">
              <a:latin typeface="Arial"/>
              <a:ea typeface="Arial"/>
              <a:cs typeface="Arial"/>
              <a:sym typeface="Arial"/>
            </a:endParaRPr>
          </a:p>
          <a:p>
            <a:pPr indent="0" lvl="0" marL="469265" marR="135255" rtl="0" algn="l">
              <a:lnSpc>
                <a:spcPct val="108181"/>
              </a:lnSpc>
              <a:spcBef>
                <a:spcPts val="600"/>
              </a:spcBef>
              <a:spcAft>
                <a:spcPts val="0"/>
              </a:spcAft>
              <a:buNone/>
            </a:pPr>
            <a:r>
              <a:rPr b="1" lang="en-US" sz="1100">
                <a:solidFill>
                  <a:srgbClr val="1F487C"/>
                </a:solidFill>
                <a:latin typeface="Arial"/>
                <a:ea typeface="Arial"/>
                <a:cs typeface="Arial"/>
                <a:sym typeface="Arial"/>
              </a:rPr>
              <a:t>MQ2 Sensor</a:t>
            </a:r>
            <a:r>
              <a:rPr lang="en-US" sz="1100">
                <a:solidFill>
                  <a:srgbClr val="1F487C"/>
                </a:solidFill>
                <a:latin typeface="Arial"/>
                <a:ea typeface="Arial"/>
                <a:cs typeface="Arial"/>
                <a:sym typeface="Arial"/>
              </a:rPr>
              <a:t>: The MQ2 sensor operates based on a change in resistance when exposed to gases like LPG and smoke. The sensor outputs a voltage proportional to the concentration of these gases, allowing for an estimation of air pollution levels.</a:t>
            </a:r>
            <a:endParaRPr sz="1100">
              <a:latin typeface="Arial"/>
              <a:ea typeface="Arial"/>
              <a:cs typeface="Arial"/>
              <a:sym typeface="Arial"/>
            </a:endParaRPr>
          </a:p>
          <a:p>
            <a:pPr indent="-140335" lvl="0" marL="153035" marR="0" rtl="0" algn="l">
              <a:lnSpc>
                <a:spcPct val="100000"/>
              </a:lnSpc>
              <a:spcBef>
                <a:spcPts val="445"/>
              </a:spcBef>
              <a:spcAft>
                <a:spcPts val="0"/>
              </a:spcAft>
              <a:buClr>
                <a:srgbClr val="1F487C"/>
              </a:buClr>
              <a:buSzPts val="1100"/>
              <a:buFont typeface="Arial"/>
              <a:buAutoNum type="arabicPeriod" startAt="2"/>
            </a:pPr>
            <a:r>
              <a:rPr b="1" lang="en-US" sz="1100">
                <a:solidFill>
                  <a:srgbClr val="1F487C"/>
                </a:solidFill>
                <a:latin typeface="Arial"/>
                <a:ea typeface="Arial"/>
                <a:cs typeface="Arial"/>
                <a:sym typeface="Arial"/>
              </a:rPr>
              <a:t>Data Processing and Calibration</a:t>
            </a:r>
            <a:endParaRPr sz="1100">
              <a:latin typeface="Arial"/>
              <a:ea typeface="Arial"/>
              <a:cs typeface="Arial"/>
              <a:sym typeface="Arial"/>
            </a:endParaRPr>
          </a:p>
          <a:p>
            <a:pPr indent="0" lvl="0" marL="469265" marR="90170" rtl="0" algn="l">
              <a:lnSpc>
                <a:spcPct val="108181"/>
              </a:lnSpc>
              <a:spcBef>
                <a:spcPts val="615"/>
              </a:spcBef>
              <a:spcAft>
                <a:spcPts val="0"/>
              </a:spcAft>
              <a:buNone/>
            </a:pPr>
            <a:r>
              <a:rPr b="1" lang="en-US" sz="1100">
                <a:solidFill>
                  <a:srgbClr val="1F487C"/>
                </a:solidFill>
                <a:latin typeface="Arial"/>
                <a:ea typeface="Arial"/>
                <a:cs typeface="Arial"/>
                <a:sym typeface="Arial"/>
              </a:rPr>
              <a:t>Temperature and Pressure Calculation</a:t>
            </a:r>
            <a:r>
              <a:rPr lang="en-US" sz="1100">
                <a:solidFill>
                  <a:srgbClr val="1F487C"/>
                </a:solidFill>
                <a:latin typeface="Arial"/>
                <a:ea typeface="Arial"/>
                <a:cs typeface="Arial"/>
                <a:sym typeface="Arial"/>
              </a:rPr>
              <a:t>: The BMP208's output values are converted to Celsius and Pascal units based on factory calibration.</a:t>
            </a:r>
            <a:endParaRPr sz="1100">
              <a:latin typeface="Arial"/>
              <a:ea typeface="Arial"/>
              <a:cs typeface="Arial"/>
              <a:sym typeface="Arial"/>
            </a:endParaRPr>
          </a:p>
          <a:p>
            <a:pPr indent="0" lvl="0" marL="469265" marR="136525" rtl="0" algn="l">
              <a:lnSpc>
                <a:spcPct val="108181"/>
              </a:lnSpc>
              <a:spcBef>
                <a:spcPts val="595"/>
              </a:spcBef>
              <a:spcAft>
                <a:spcPts val="0"/>
              </a:spcAft>
              <a:buNone/>
            </a:pPr>
            <a:r>
              <a:rPr b="1" lang="en-US" sz="1100">
                <a:solidFill>
                  <a:srgbClr val="1F487C"/>
                </a:solidFill>
                <a:latin typeface="Arial"/>
                <a:ea typeface="Arial"/>
                <a:cs typeface="Arial"/>
                <a:sym typeface="Arial"/>
              </a:rPr>
              <a:t>Gas Concentration Estimation</a:t>
            </a:r>
            <a:r>
              <a:rPr lang="en-US" sz="1100">
                <a:solidFill>
                  <a:srgbClr val="1F487C"/>
                </a:solidFill>
                <a:latin typeface="Arial"/>
                <a:ea typeface="Arial"/>
                <a:cs typeface="Arial"/>
                <a:sym typeface="Arial"/>
              </a:rPr>
              <a:t>: The MQ2 sensor provides an analog value, which is converted to gas concentration (ppm) using a specific sensitivity curve and calibration factor.</a:t>
            </a:r>
            <a:endParaRPr sz="1100">
              <a:latin typeface="Arial"/>
              <a:ea typeface="Arial"/>
              <a:cs typeface="Arial"/>
              <a:sym typeface="Arial"/>
            </a:endParaRPr>
          </a:p>
          <a:p>
            <a:pPr indent="-140335" lvl="0" marL="153035" marR="0" rtl="0" algn="l">
              <a:lnSpc>
                <a:spcPct val="100000"/>
              </a:lnSpc>
              <a:spcBef>
                <a:spcPts val="450"/>
              </a:spcBef>
              <a:spcAft>
                <a:spcPts val="0"/>
              </a:spcAft>
              <a:buClr>
                <a:srgbClr val="1F487C"/>
              </a:buClr>
              <a:buSzPts val="1100"/>
              <a:buFont typeface="Arial"/>
              <a:buAutoNum type="arabicPeriod" startAt="3"/>
            </a:pPr>
            <a:r>
              <a:rPr b="1" lang="en-US" sz="1100">
                <a:solidFill>
                  <a:srgbClr val="1F487C"/>
                </a:solidFill>
                <a:latin typeface="Arial"/>
                <a:ea typeface="Arial"/>
                <a:cs typeface="Arial"/>
                <a:sym typeface="Arial"/>
              </a:rPr>
              <a:t>Data Logging Mechanism</a:t>
            </a:r>
            <a:endParaRPr sz="1100">
              <a:latin typeface="Arial"/>
              <a:ea typeface="Arial"/>
              <a:cs typeface="Arial"/>
              <a:sym typeface="Arial"/>
            </a:endParaRPr>
          </a:p>
          <a:p>
            <a:pPr indent="0" lvl="0" marL="469265" marR="216534" rtl="0" algn="l">
              <a:lnSpc>
                <a:spcPct val="108181"/>
              </a:lnSpc>
              <a:spcBef>
                <a:spcPts val="615"/>
              </a:spcBef>
              <a:spcAft>
                <a:spcPts val="0"/>
              </a:spcAft>
              <a:buNone/>
            </a:pPr>
            <a:r>
              <a:rPr b="1" lang="en-US" sz="1100">
                <a:solidFill>
                  <a:srgbClr val="1F487C"/>
                </a:solidFill>
                <a:latin typeface="Arial"/>
                <a:ea typeface="Arial"/>
                <a:cs typeface="Arial"/>
                <a:sym typeface="Arial"/>
              </a:rPr>
              <a:t>Sampling Frequency</a:t>
            </a:r>
            <a:r>
              <a:rPr lang="en-US" sz="1100">
                <a:solidFill>
                  <a:srgbClr val="1F487C"/>
                </a:solidFill>
                <a:latin typeface="Arial"/>
                <a:ea typeface="Arial"/>
                <a:cs typeface="Arial"/>
                <a:sym typeface="Arial"/>
              </a:rPr>
              <a:t>: Data is sampled every 5 seconds and stored on the SD card. This enables time-stamped historical analysis.</a:t>
            </a:r>
            <a:endParaRPr sz="1100">
              <a:latin typeface="Arial"/>
              <a:ea typeface="Arial"/>
              <a:cs typeface="Arial"/>
              <a:sym typeface="Arial"/>
            </a:endParaRPr>
          </a:p>
          <a:p>
            <a:pPr indent="0" lvl="0" marL="469265" marR="20955" rtl="0" algn="l">
              <a:lnSpc>
                <a:spcPct val="108181"/>
              </a:lnSpc>
              <a:spcBef>
                <a:spcPts val="595"/>
              </a:spcBef>
              <a:spcAft>
                <a:spcPts val="0"/>
              </a:spcAft>
              <a:buNone/>
            </a:pPr>
            <a:r>
              <a:rPr b="1" lang="en-US" sz="1100">
                <a:solidFill>
                  <a:srgbClr val="1F487C"/>
                </a:solidFill>
                <a:latin typeface="Arial"/>
                <a:ea typeface="Arial"/>
                <a:cs typeface="Arial"/>
                <a:sym typeface="Arial"/>
              </a:rPr>
              <a:t>Data Transmission to Blynk</a:t>
            </a:r>
            <a:r>
              <a:rPr lang="en-US" sz="1100">
                <a:solidFill>
                  <a:srgbClr val="1F487C"/>
                </a:solidFill>
                <a:latin typeface="Arial"/>
                <a:ea typeface="Arial"/>
                <a:cs typeface="Arial"/>
                <a:sym typeface="Arial"/>
              </a:rPr>
              <a:t>: The ESP32 sends processed sensor data to Blynk via Wi- Fi, allowing real-time monitoring.</a:t>
            </a:r>
            <a:endParaRPr sz="1100">
              <a:latin typeface="Arial"/>
              <a:ea typeface="Arial"/>
              <a:cs typeface="Arial"/>
              <a:sym typeface="Arial"/>
            </a:endParaRPr>
          </a:p>
          <a:p>
            <a:pPr indent="-140335" lvl="0" marL="153035" marR="0" rtl="0" algn="l">
              <a:lnSpc>
                <a:spcPct val="100000"/>
              </a:lnSpc>
              <a:spcBef>
                <a:spcPts val="450"/>
              </a:spcBef>
              <a:spcAft>
                <a:spcPts val="0"/>
              </a:spcAft>
              <a:buClr>
                <a:srgbClr val="1F487C"/>
              </a:buClr>
              <a:buSzPts val="1100"/>
              <a:buFont typeface="Arial"/>
              <a:buAutoNum type="arabicPeriod" startAt="4"/>
            </a:pPr>
            <a:r>
              <a:rPr b="1" lang="en-US" sz="1100">
                <a:solidFill>
                  <a:srgbClr val="1F487C"/>
                </a:solidFill>
                <a:latin typeface="Arial"/>
                <a:ea typeface="Arial"/>
                <a:cs typeface="Arial"/>
                <a:sym typeface="Arial"/>
              </a:rPr>
              <a:t>Theoretical Basis for System Design</a:t>
            </a:r>
            <a:endParaRPr sz="1100">
              <a:latin typeface="Arial"/>
              <a:ea typeface="Arial"/>
              <a:cs typeface="Arial"/>
              <a:sym typeface="Arial"/>
            </a:endParaRPr>
          </a:p>
          <a:p>
            <a:pPr indent="0" lvl="0" marL="469265" marR="204470" rtl="0" algn="l">
              <a:lnSpc>
                <a:spcPct val="90100"/>
              </a:lnSpc>
              <a:spcBef>
                <a:spcPts val="600"/>
              </a:spcBef>
              <a:spcAft>
                <a:spcPts val="0"/>
              </a:spcAft>
              <a:buNone/>
            </a:pPr>
            <a:r>
              <a:rPr b="1" lang="en-US" sz="1100">
                <a:solidFill>
                  <a:srgbClr val="1F487C"/>
                </a:solidFill>
                <a:latin typeface="Arial"/>
                <a:ea typeface="Arial"/>
                <a:cs typeface="Arial"/>
                <a:sym typeface="Arial"/>
              </a:rPr>
              <a:t>Atmosphere &amp; Air Monitoring System</a:t>
            </a:r>
            <a:r>
              <a:rPr lang="en-US" sz="1100">
                <a:solidFill>
                  <a:srgbClr val="1F487C"/>
                </a:solidFill>
                <a:latin typeface="Arial"/>
                <a:ea typeface="Arial"/>
                <a:cs typeface="Arial"/>
                <a:sym typeface="Arial"/>
              </a:rPr>
              <a:t>: Theoretical studies show that IoT systems enhance real-time environmental monitoring. Blynk is leveraged to streamline data visualization, following principles of remote sensing and IoT-based environmental analysis.</a:t>
            </a:r>
            <a:endParaRPr sz="1100">
              <a:latin typeface="Arial"/>
              <a:ea typeface="Arial"/>
              <a:cs typeface="Arial"/>
              <a:sym typeface="Arial"/>
            </a:endParaRPr>
          </a:p>
        </p:txBody>
      </p:sp>
      <p:grpSp>
        <p:nvGrpSpPr>
          <p:cNvPr id="127" name="Google Shape;127;p5"/>
          <p:cNvGrpSpPr/>
          <p:nvPr/>
        </p:nvGrpSpPr>
        <p:grpSpPr>
          <a:xfrm>
            <a:off x="6370320" y="0"/>
            <a:ext cx="5821682" cy="6685778"/>
            <a:chOff x="6370320" y="0"/>
            <a:chExt cx="5821682" cy="6685778"/>
          </a:xfrm>
        </p:grpSpPr>
        <p:pic>
          <p:nvPicPr>
            <p:cNvPr id="128" name="Google Shape;128;p5"/>
            <p:cNvPicPr preferRelativeResize="0"/>
            <p:nvPr/>
          </p:nvPicPr>
          <p:blipFill rotWithShape="1">
            <a:blip r:embed="rId2">
              <a:alphaModFix/>
            </a:blip>
            <a:srcRect b="0" l="0" r="0" t="0"/>
            <a:stretch/>
          </p:blipFill>
          <p:spPr>
            <a:xfrm>
              <a:off x="6370320" y="0"/>
              <a:ext cx="5821681" cy="6685778"/>
            </a:xfrm>
            <a:prstGeom prst="rect">
              <a:avLst/>
            </a:prstGeom>
            <a:noFill/>
            <a:ln>
              <a:noFill/>
            </a:ln>
          </p:spPr>
        </p:pic>
        <p:pic>
          <p:nvPicPr>
            <p:cNvPr id="129" name="Google Shape;129;p5"/>
            <p:cNvPicPr preferRelativeResize="0"/>
            <p:nvPr/>
          </p:nvPicPr>
          <p:blipFill rotWithShape="1">
            <a:blip r:embed="rId3">
              <a:alphaModFix/>
            </a:blip>
            <a:srcRect b="0" l="0" r="0" t="0"/>
            <a:stretch/>
          </p:blipFill>
          <p:spPr>
            <a:xfrm>
              <a:off x="6417564" y="99091"/>
              <a:ext cx="5774435" cy="6315400"/>
            </a:xfrm>
            <a:prstGeom prst="rect">
              <a:avLst/>
            </a:prstGeom>
            <a:noFill/>
            <a:ln>
              <a:noFill/>
            </a:ln>
          </p:spPr>
        </p:pic>
        <p:sp>
          <p:nvSpPr>
            <p:cNvPr id="130" name="Google Shape;130;p5"/>
            <p:cNvSpPr/>
            <p:nvPr/>
          </p:nvSpPr>
          <p:spPr>
            <a:xfrm>
              <a:off x="8521546" y="2028644"/>
              <a:ext cx="2364104" cy="2834004"/>
            </a:xfrm>
            <a:custGeom>
              <a:rect b="b" l="l" r="r" t="t"/>
              <a:pathLst>
                <a:path extrusionOk="0" h="2834004" w="2364104">
                  <a:moveTo>
                    <a:pt x="1341739" y="0"/>
                  </a:moveTo>
                  <a:lnTo>
                    <a:pt x="1154824" y="22042"/>
                  </a:lnTo>
                  <a:lnTo>
                    <a:pt x="976047" y="67984"/>
                  </a:lnTo>
                  <a:lnTo>
                    <a:pt x="807064" y="136116"/>
                  </a:lnTo>
                  <a:lnTo>
                    <a:pt x="649528" y="224725"/>
                  </a:lnTo>
                  <a:lnTo>
                    <a:pt x="471230" y="361679"/>
                  </a:lnTo>
                  <a:lnTo>
                    <a:pt x="316639" y="524617"/>
                  </a:lnTo>
                  <a:lnTo>
                    <a:pt x="212207" y="671431"/>
                  </a:lnTo>
                  <a:lnTo>
                    <a:pt x="126672" y="831025"/>
                  </a:lnTo>
                  <a:lnTo>
                    <a:pt x="61689" y="1001690"/>
                  </a:lnTo>
                  <a:lnTo>
                    <a:pt x="18913" y="1181715"/>
                  </a:lnTo>
                  <a:lnTo>
                    <a:pt x="0" y="1369389"/>
                  </a:lnTo>
                  <a:lnTo>
                    <a:pt x="6505" y="1562294"/>
                  </a:lnTo>
                  <a:lnTo>
                    <a:pt x="38139" y="1748949"/>
                  </a:lnTo>
                  <a:lnTo>
                    <a:pt x="93244" y="1926443"/>
                  </a:lnTo>
                  <a:lnTo>
                    <a:pt x="170135" y="2093090"/>
                  </a:lnTo>
                  <a:lnTo>
                    <a:pt x="267129" y="2247208"/>
                  </a:lnTo>
                  <a:lnTo>
                    <a:pt x="382543" y="2387112"/>
                  </a:lnTo>
                  <a:lnTo>
                    <a:pt x="514694" y="2511120"/>
                  </a:lnTo>
                  <a:lnTo>
                    <a:pt x="661897" y="2617547"/>
                  </a:lnTo>
                  <a:lnTo>
                    <a:pt x="822471" y="2704711"/>
                  </a:lnTo>
                  <a:lnTo>
                    <a:pt x="994731" y="2770927"/>
                  </a:lnTo>
                  <a:lnTo>
                    <a:pt x="1176994" y="2814512"/>
                  </a:lnTo>
                  <a:lnTo>
                    <a:pt x="1367577" y="2833783"/>
                  </a:lnTo>
                  <a:lnTo>
                    <a:pt x="1566649" y="2826883"/>
                  </a:lnTo>
                  <a:lnTo>
                    <a:pt x="1761354" y="2792886"/>
                  </a:lnTo>
                  <a:lnTo>
                    <a:pt x="1947669" y="2732366"/>
                  </a:lnTo>
                  <a:lnTo>
                    <a:pt x="2123586" y="2645942"/>
                  </a:lnTo>
                  <a:lnTo>
                    <a:pt x="2287093" y="2534233"/>
                  </a:lnTo>
                  <a:lnTo>
                    <a:pt x="2363565" y="2469089"/>
                  </a:lnTo>
                  <a:lnTo>
                    <a:pt x="1341739" y="1447140"/>
                  </a:lnTo>
                  <a:lnTo>
                    <a:pt x="1341739"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1" name="Google Shape;131;p5"/>
            <p:cNvSpPr/>
            <p:nvPr/>
          </p:nvSpPr>
          <p:spPr>
            <a:xfrm>
              <a:off x="8520740" y="2028644"/>
              <a:ext cx="2364740" cy="2834640"/>
            </a:xfrm>
            <a:custGeom>
              <a:rect b="b" l="l" r="r" t="t"/>
              <a:pathLst>
                <a:path extrusionOk="0" h="2834640" w="2364740">
                  <a:moveTo>
                    <a:pt x="1342545" y="0"/>
                  </a:moveTo>
                  <a:lnTo>
                    <a:pt x="1295144" y="3176"/>
                  </a:lnTo>
                  <a:lnTo>
                    <a:pt x="1248173" y="7927"/>
                  </a:lnTo>
                  <a:lnTo>
                    <a:pt x="1201660" y="14224"/>
                  </a:lnTo>
                  <a:lnTo>
                    <a:pt x="1155630" y="22042"/>
                  </a:lnTo>
                  <a:lnTo>
                    <a:pt x="1110108" y="31354"/>
                  </a:lnTo>
                  <a:lnTo>
                    <a:pt x="1065121" y="42133"/>
                  </a:lnTo>
                  <a:lnTo>
                    <a:pt x="1020694" y="54352"/>
                  </a:lnTo>
                  <a:lnTo>
                    <a:pt x="976853" y="67984"/>
                  </a:lnTo>
                  <a:lnTo>
                    <a:pt x="933625" y="83004"/>
                  </a:lnTo>
                  <a:lnTo>
                    <a:pt x="891034" y="99383"/>
                  </a:lnTo>
                  <a:lnTo>
                    <a:pt x="849107" y="117096"/>
                  </a:lnTo>
                  <a:lnTo>
                    <a:pt x="807870" y="136116"/>
                  </a:lnTo>
                  <a:lnTo>
                    <a:pt x="767348" y="156415"/>
                  </a:lnTo>
                  <a:lnTo>
                    <a:pt x="727567" y="177968"/>
                  </a:lnTo>
                  <a:lnTo>
                    <a:pt x="688554" y="200747"/>
                  </a:lnTo>
                  <a:lnTo>
                    <a:pt x="650334" y="224725"/>
                  </a:lnTo>
                  <a:lnTo>
                    <a:pt x="612933" y="249877"/>
                  </a:lnTo>
                  <a:lnTo>
                    <a:pt x="576377" y="276175"/>
                  </a:lnTo>
                  <a:lnTo>
                    <a:pt x="540692" y="303593"/>
                  </a:lnTo>
                  <a:lnTo>
                    <a:pt x="505903" y="332103"/>
                  </a:lnTo>
                  <a:lnTo>
                    <a:pt x="472036" y="361679"/>
                  </a:lnTo>
                  <a:lnTo>
                    <a:pt x="439118" y="392295"/>
                  </a:lnTo>
                  <a:lnTo>
                    <a:pt x="407174" y="423924"/>
                  </a:lnTo>
                  <a:lnTo>
                    <a:pt x="376230" y="456538"/>
                  </a:lnTo>
                  <a:lnTo>
                    <a:pt x="346311" y="490111"/>
                  </a:lnTo>
                  <a:lnTo>
                    <a:pt x="317445" y="524617"/>
                  </a:lnTo>
                  <a:lnTo>
                    <a:pt x="289656" y="560029"/>
                  </a:lnTo>
                  <a:lnTo>
                    <a:pt x="262970" y="596319"/>
                  </a:lnTo>
                  <a:lnTo>
                    <a:pt x="237414" y="633462"/>
                  </a:lnTo>
                  <a:lnTo>
                    <a:pt x="213013" y="671431"/>
                  </a:lnTo>
                  <a:lnTo>
                    <a:pt x="189793" y="710198"/>
                  </a:lnTo>
                  <a:lnTo>
                    <a:pt x="167780" y="749737"/>
                  </a:lnTo>
                  <a:lnTo>
                    <a:pt x="147000" y="790022"/>
                  </a:lnTo>
                  <a:lnTo>
                    <a:pt x="127478" y="831025"/>
                  </a:lnTo>
                  <a:lnTo>
                    <a:pt x="109241" y="872720"/>
                  </a:lnTo>
                  <a:lnTo>
                    <a:pt x="92315" y="915081"/>
                  </a:lnTo>
                  <a:lnTo>
                    <a:pt x="76724" y="958080"/>
                  </a:lnTo>
                  <a:lnTo>
                    <a:pt x="62495" y="1001690"/>
                  </a:lnTo>
                  <a:lnTo>
                    <a:pt x="49655" y="1045886"/>
                  </a:lnTo>
                  <a:lnTo>
                    <a:pt x="38228" y="1090639"/>
                  </a:lnTo>
                  <a:lnTo>
                    <a:pt x="28241" y="1135925"/>
                  </a:lnTo>
                  <a:lnTo>
                    <a:pt x="19719" y="1181715"/>
                  </a:lnTo>
                  <a:lnTo>
                    <a:pt x="12689" y="1227983"/>
                  </a:lnTo>
                  <a:lnTo>
                    <a:pt x="7176" y="1274702"/>
                  </a:lnTo>
                  <a:lnTo>
                    <a:pt x="3206" y="1321846"/>
                  </a:lnTo>
                  <a:lnTo>
                    <a:pt x="806" y="1369389"/>
                  </a:lnTo>
                  <a:lnTo>
                    <a:pt x="0" y="1417302"/>
                  </a:lnTo>
                  <a:lnTo>
                    <a:pt x="821" y="1466056"/>
                  </a:lnTo>
                  <a:lnTo>
                    <a:pt x="3266" y="1514395"/>
                  </a:lnTo>
                  <a:lnTo>
                    <a:pt x="7311" y="1562294"/>
                  </a:lnTo>
                  <a:lnTo>
                    <a:pt x="12927" y="1609725"/>
                  </a:lnTo>
                  <a:lnTo>
                    <a:pt x="20089" y="1656662"/>
                  </a:lnTo>
                  <a:lnTo>
                    <a:pt x="28770" y="1703079"/>
                  </a:lnTo>
                  <a:lnTo>
                    <a:pt x="38945" y="1748949"/>
                  </a:lnTo>
                  <a:lnTo>
                    <a:pt x="50587" y="1794247"/>
                  </a:lnTo>
                  <a:lnTo>
                    <a:pt x="63669" y="1838947"/>
                  </a:lnTo>
                  <a:lnTo>
                    <a:pt x="78165" y="1883020"/>
                  </a:lnTo>
                  <a:lnTo>
                    <a:pt x="94050" y="1926443"/>
                  </a:lnTo>
                  <a:lnTo>
                    <a:pt x="111296" y="1969187"/>
                  </a:lnTo>
                  <a:lnTo>
                    <a:pt x="129877" y="2011227"/>
                  </a:lnTo>
                  <a:lnTo>
                    <a:pt x="149768" y="2052537"/>
                  </a:lnTo>
                  <a:lnTo>
                    <a:pt x="170941" y="2093090"/>
                  </a:lnTo>
                  <a:lnTo>
                    <a:pt x="193370" y="2132860"/>
                  </a:lnTo>
                  <a:lnTo>
                    <a:pt x="217030" y="2171820"/>
                  </a:lnTo>
                  <a:lnTo>
                    <a:pt x="241894" y="2209945"/>
                  </a:lnTo>
                  <a:lnTo>
                    <a:pt x="267935" y="2247208"/>
                  </a:lnTo>
                  <a:lnTo>
                    <a:pt x="295127" y="2283582"/>
                  </a:lnTo>
                  <a:lnTo>
                    <a:pt x="323445" y="2319042"/>
                  </a:lnTo>
                  <a:lnTo>
                    <a:pt x="352861" y="2353560"/>
                  </a:lnTo>
                  <a:lnTo>
                    <a:pt x="383349" y="2387112"/>
                  </a:lnTo>
                  <a:lnTo>
                    <a:pt x="414884" y="2419670"/>
                  </a:lnTo>
                  <a:lnTo>
                    <a:pt x="447438" y="2451208"/>
                  </a:lnTo>
                  <a:lnTo>
                    <a:pt x="480985" y="2481700"/>
                  </a:lnTo>
                  <a:lnTo>
                    <a:pt x="515500" y="2511120"/>
                  </a:lnTo>
                  <a:lnTo>
                    <a:pt x="550955" y="2539441"/>
                  </a:lnTo>
                  <a:lnTo>
                    <a:pt x="587325" y="2566636"/>
                  </a:lnTo>
                  <a:lnTo>
                    <a:pt x="624583" y="2592681"/>
                  </a:lnTo>
                  <a:lnTo>
                    <a:pt x="662704" y="2617547"/>
                  </a:lnTo>
                  <a:lnTo>
                    <a:pt x="701659" y="2641210"/>
                  </a:lnTo>
                  <a:lnTo>
                    <a:pt x="741424" y="2663642"/>
                  </a:lnTo>
                  <a:lnTo>
                    <a:pt x="781972" y="2684818"/>
                  </a:lnTo>
                  <a:lnTo>
                    <a:pt x="823277" y="2704711"/>
                  </a:lnTo>
                  <a:lnTo>
                    <a:pt x="865312" y="2723294"/>
                  </a:lnTo>
                  <a:lnTo>
                    <a:pt x="908051" y="2740543"/>
                  </a:lnTo>
                  <a:lnTo>
                    <a:pt x="951468" y="2756429"/>
                  </a:lnTo>
                  <a:lnTo>
                    <a:pt x="995537" y="2770927"/>
                  </a:lnTo>
                  <a:lnTo>
                    <a:pt x="1040231" y="2784011"/>
                  </a:lnTo>
                  <a:lnTo>
                    <a:pt x="1085523" y="2795654"/>
                  </a:lnTo>
                  <a:lnTo>
                    <a:pt x="1131389" y="2805830"/>
                  </a:lnTo>
                  <a:lnTo>
                    <a:pt x="1177800" y="2814512"/>
                  </a:lnTo>
                  <a:lnTo>
                    <a:pt x="1224731" y="2821675"/>
                  </a:lnTo>
                  <a:lnTo>
                    <a:pt x="1272157" y="2827292"/>
                  </a:lnTo>
                  <a:lnTo>
                    <a:pt x="1320049" y="2831337"/>
                  </a:lnTo>
                  <a:lnTo>
                    <a:pt x="1368383" y="2833783"/>
                  </a:lnTo>
                  <a:lnTo>
                    <a:pt x="1417131" y="2834604"/>
                  </a:lnTo>
                  <a:lnTo>
                    <a:pt x="1467585" y="2833743"/>
                  </a:lnTo>
                  <a:lnTo>
                    <a:pt x="1517704" y="2831166"/>
                  </a:lnTo>
                  <a:lnTo>
                    <a:pt x="1567455" y="2826883"/>
                  </a:lnTo>
                  <a:lnTo>
                    <a:pt x="1616808" y="2820904"/>
                  </a:lnTo>
                  <a:lnTo>
                    <a:pt x="1665730" y="2813239"/>
                  </a:lnTo>
                  <a:lnTo>
                    <a:pt x="1714191" y="2803896"/>
                  </a:lnTo>
                  <a:lnTo>
                    <a:pt x="1762160" y="2792886"/>
                  </a:lnTo>
                  <a:lnTo>
                    <a:pt x="1809604" y="2780218"/>
                  </a:lnTo>
                  <a:lnTo>
                    <a:pt x="1856492" y="2765903"/>
                  </a:lnTo>
                  <a:lnTo>
                    <a:pt x="1902793" y="2749949"/>
                  </a:lnTo>
                  <a:lnTo>
                    <a:pt x="1948475" y="2732366"/>
                  </a:lnTo>
                  <a:lnTo>
                    <a:pt x="1993508" y="2713164"/>
                  </a:lnTo>
                  <a:lnTo>
                    <a:pt x="2037859" y="2692353"/>
                  </a:lnTo>
                  <a:lnTo>
                    <a:pt x="2081498" y="2669943"/>
                  </a:lnTo>
                  <a:lnTo>
                    <a:pt x="2124392" y="2645942"/>
                  </a:lnTo>
                  <a:lnTo>
                    <a:pt x="2166511" y="2620361"/>
                  </a:lnTo>
                  <a:lnTo>
                    <a:pt x="2207822" y="2593209"/>
                  </a:lnTo>
                  <a:lnTo>
                    <a:pt x="2248296" y="2564497"/>
                  </a:lnTo>
                  <a:lnTo>
                    <a:pt x="2287899" y="2534233"/>
                  </a:lnTo>
                  <a:lnTo>
                    <a:pt x="2326602" y="2502427"/>
                  </a:lnTo>
                  <a:lnTo>
                    <a:pt x="2364371" y="2469089"/>
                  </a:lnTo>
                  <a:lnTo>
                    <a:pt x="1342545" y="1447140"/>
                  </a:lnTo>
                  <a:lnTo>
                    <a:pt x="1342545" y="0"/>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2" name="Google Shape;132;p5"/>
            <p:cNvSpPr/>
            <p:nvPr/>
          </p:nvSpPr>
          <p:spPr>
            <a:xfrm>
              <a:off x="10012457" y="2028644"/>
              <a:ext cx="1339215" cy="1343025"/>
            </a:xfrm>
            <a:custGeom>
              <a:rect b="b" l="l" r="r" t="t"/>
              <a:pathLst>
                <a:path extrusionOk="0" h="1343025" w="1339215">
                  <a:moveTo>
                    <a:pt x="0" y="0"/>
                  </a:moveTo>
                  <a:lnTo>
                    <a:pt x="0" y="1342707"/>
                  </a:lnTo>
                  <a:lnTo>
                    <a:pt x="1338816" y="1342707"/>
                  </a:lnTo>
                  <a:lnTo>
                    <a:pt x="1330674" y="1246652"/>
                  </a:lnTo>
                  <a:lnTo>
                    <a:pt x="1316331" y="1152572"/>
                  </a:lnTo>
                  <a:lnTo>
                    <a:pt x="1295996" y="1060672"/>
                  </a:lnTo>
                  <a:lnTo>
                    <a:pt x="1269876" y="971159"/>
                  </a:lnTo>
                  <a:lnTo>
                    <a:pt x="1238181" y="884240"/>
                  </a:lnTo>
                  <a:lnTo>
                    <a:pt x="1201118" y="800120"/>
                  </a:lnTo>
                  <a:lnTo>
                    <a:pt x="1158896" y="719007"/>
                  </a:lnTo>
                  <a:lnTo>
                    <a:pt x="1111722" y="641105"/>
                  </a:lnTo>
                  <a:lnTo>
                    <a:pt x="1059805" y="566622"/>
                  </a:lnTo>
                  <a:lnTo>
                    <a:pt x="1003353" y="495764"/>
                  </a:lnTo>
                  <a:lnTo>
                    <a:pt x="942575" y="428736"/>
                  </a:lnTo>
                  <a:lnTo>
                    <a:pt x="877678" y="365746"/>
                  </a:lnTo>
                  <a:lnTo>
                    <a:pt x="808872" y="307000"/>
                  </a:lnTo>
                  <a:lnTo>
                    <a:pt x="736363" y="252704"/>
                  </a:lnTo>
                  <a:lnTo>
                    <a:pt x="660361" y="203063"/>
                  </a:lnTo>
                  <a:lnTo>
                    <a:pt x="581073" y="158285"/>
                  </a:lnTo>
                  <a:lnTo>
                    <a:pt x="498708" y="118576"/>
                  </a:lnTo>
                  <a:lnTo>
                    <a:pt x="413474" y="84142"/>
                  </a:lnTo>
                  <a:lnTo>
                    <a:pt x="325579" y="55190"/>
                  </a:lnTo>
                  <a:lnTo>
                    <a:pt x="235231" y="31925"/>
                  </a:lnTo>
                  <a:lnTo>
                    <a:pt x="142640" y="14554"/>
                  </a:lnTo>
                  <a:lnTo>
                    <a:pt x="48012" y="3283"/>
                  </a:lnTo>
                  <a:lnTo>
                    <a:pt x="0"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3" name="Google Shape;133;p5"/>
            <p:cNvSpPr/>
            <p:nvPr/>
          </p:nvSpPr>
          <p:spPr>
            <a:xfrm>
              <a:off x="10012457" y="2028644"/>
              <a:ext cx="1339215" cy="1343025"/>
            </a:xfrm>
            <a:custGeom>
              <a:rect b="b" l="l" r="r" t="t"/>
              <a:pathLst>
                <a:path extrusionOk="0" h="1343025" w="1339215">
                  <a:moveTo>
                    <a:pt x="0" y="0"/>
                  </a:moveTo>
                  <a:lnTo>
                    <a:pt x="0" y="1342707"/>
                  </a:lnTo>
                  <a:lnTo>
                    <a:pt x="1338816" y="1342707"/>
                  </a:lnTo>
                  <a:lnTo>
                    <a:pt x="1335533" y="1294446"/>
                  </a:lnTo>
                  <a:lnTo>
                    <a:pt x="1330674" y="1246652"/>
                  </a:lnTo>
                  <a:lnTo>
                    <a:pt x="1324264" y="1199352"/>
                  </a:lnTo>
                  <a:lnTo>
                    <a:pt x="1316331" y="1152572"/>
                  </a:lnTo>
                  <a:lnTo>
                    <a:pt x="1306899" y="1106336"/>
                  </a:lnTo>
                  <a:lnTo>
                    <a:pt x="1295996" y="1060672"/>
                  </a:lnTo>
                  <a:lnTo>
                    <a:pt x="1283646" y="1015604"/>
                  </a:lnTo>
                  <a:lnTo>
                    <a:pt x="1269876" y="971159"/>
                  </a:lnTo>
                  <a:lnTo>
                    <a:pt x="1254713" y="927363"/>
                  </a:lnTo>
                  <a:lnTo>
                    <a:pt x="1238181" y="884240"/>
                  </a:lnTo>
                  <a:lnTo>
                    <a:pt x="1220308" y="841817"/>
                  </a:lnTo>
                  <a:lnTo>
                    <a:pt x="1201118" y="800120"/>
                  </a:lnTo>
                  <a:lnTo>
                    <a:pt x="1180639" y="759175"/>
                  </a:lnTo>
                  <a:lnTo>
                    <a:pt x="1158896" y="719007"/>
                  </a:lnTo>
                  <a:lnTo>
                    <a:pt x="1135915" y="679642"/>
                  </a:lnTo>
                  <a:lnTo>
                    <a:pt x="1111722" y="641105"/>
                  </a:lnTo>
                  <a:lnTo>
                    <a:pt x="1086343" y="603423"/>
                  </a:lnTo>
                  <a:lnTo>
                    <a:pt x="1059805" y="566622"/>
                  </a:lnTo>
                  <a:lnTo>
                    <a:pt x="1032133" y="530727"/>
                  </a:lnTo>
                  <a:lnTo>
                    <a:pt x="1003353" y="495764"/>
                  </a:lnTo>
                  <a:lnTo>
                    <a:pt x="973492" y="461758"/>
                  </a:lnTo>
                  <a:lnTo>
                    <a:pt x="942575" y="428736"/>
                  </a:lnTo>
                  <a:lnTo>
                    <a:pt x="910628" y="396724"/>
                  </a:lnTo>
                  <a:lnTo>
                    <a:pt x="877678" y="365746"/>
                  </a:lnTo>
                  <a:lnTo>
                    <a:pt x="843751" y="335830"/>
                  </a:lnTo>
                  <a:lnTo>
                    <a:pt x="808872" y="307000"/>
                  </a:lnTo>
                  <a:lnTo>
                    <a:pt x="773067" y="279283"/>
                  </a:lnTo>
                  <a:lnTo>
                    <a:pt x="736363" y="252704"/>
                  </a:lnTo>
                  <a:lnTo>
                    <a:pt x="698785" y="227288"/>
                  </a:lnTo>
                  <a:lnTo>
                    <a:pt x="660361" y="203063"/>
                  </a:lnTo>
                  <a:lnTo>
                    <a:pt x="621114" y="180054"/>
                  </a:lnTo>
                  <a:lnTo>
                    <a:pt x="581073" y="158285"/>
                  </a:lnTo>
                  <a:lnTo>
                    <a:pt x="540262" y="137784"/>
                  </a:lnTo>
                  <a:lnTo>
                    <a:pt x="498708" y="118576"/>
                  </a:lnTo>
                  <a:lnTo>
                    <a:pt x="456436" y="100687"/>
                  </a:lnTo>
                  <a:lnTo>
                    <a:pt x="413474" y="84142"/>
                  </a:lnTo>
                  <a:lnTo>
                    <a:pt x="369846" y="68968"/>
                  </a:lnTo>
                  <a:lnTo>
                    <a:pt x="325579" y="55190"/>
                  </a:lnTo>
                  <a:lnTo>
                    <a:pt x="280699" y="42834"/>
                  </a:lnTo>
                  <a:lnTo>
                    <a:pt x="235231" y="31925"/>
                  </a:lnTo>
                  <a:lnTo>
                    <a:pt x="189203" y="22490"/>
                  </a:lnTo>
                  <a:lnTo>
                    <a:pt x="142640" y="14554"/>
                  </a:lnTo>
                  <a:lnTo>
                    <a:pt x="95567" y="8143"/>
                  </a:lnTo>
                  <a:lnTo>
                    <a:pt x="48012" y="3283"/>
                  </a:lnTo>
                  <a:lnTo>
                    <a:pt x="0" y="0"/>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4" name="Google Shape;134;p5"/>
            <p:cNvSpPr/>
            <p:nvPr/>
          </p:nvSpPr>
          <p:spPr>
            <a:xfrm>
              <a:off x="10116878" y="3520541"/>
              <a:ext cx="1234440" cy="873125"/>
            </a:xfrm>
            <a:custGeom>
              <a:rect b="b" l="l" r="r" t="t"/>
              <a:pathLst>
                <a:path extrusionOk="0" h="873125" w="1234440">
                  <a:moveTo>
                    <a:pt x="1234395" y="0"/>
                  </a:moveTo>
                  <a:lnTo>
                    <a:pt x="0" y="0"/>
                  </a:lnTo>
                  <a:lnTo>
                    <a:pt x="872654" y="872759"/>
                  </a:lnTo>
                  <a:lnTo>
                    <a:pt x="939016" y="794146"/>
                  </a:lnTo>
                  <a:lnTo>
                    <a:pt x="999049" y="711630"/>
                  </a:lnTo>
                  <a:lnTo>
                    <a:pt x="1052623" y="625526"/>
                  </a:lnTo>
                  <a:lnTo>
                    <a:pt x="1099606" y="536146"/>
                  </a:lnTo>
                  <a:lnTo>
                    <a:pt x="1139870" y="443804"/>
                  </a:lnTo>
                  <a:lnTo>
                    <a:pt x="1173283" y="348812"/>
                  </a:lnTo>
                  <a:lnTo>
                    <a:pt x="1199715" y="251484"/>
                  </a:lnTo>
                  <a:lnTo>
                    <a:pt x="1219035" y="152133"/>
                  </a:lnTo>
                  <a:lnTo>
                    <a:pt x="1231113" y="51073"/>
                  </a:lnTo>
                  <a:lnTo>
                    <a:pt x="1234395"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5" name="Google Shape;135;p5"/>
            <p:cNvSpPr/>
            <p:nvPr/>
          </p:nvSpPr>
          <p:spPr>
            <a:xfrm>
              <a:off x="10116878" y="3520541"/>
              <a:ext cx="1234440" cy="873125"/>
            </a:xfrm>
            <a:custGeom>
              <a:rect b="b" l="l" r="r" t="t"/>
              <a:pathLst>
                <a:path extrusionOk="0" h="873125" w="1234440">
                  <a:moveTo>
                    <a:pt x="0" y="0"/>
                  </a:moveTo>
                  <a:lnTo>
                    <a:pt x="872654" y="872759"/>
                  </a:lnTo>
                  <a:lnTo>
                    <a:pt x="906618" y="833960"/>
                  </a:lnTo>
                  <a:lnTo>
                    <a:pt x="939016" y="794146"/>
                  </a:lnTo>
                  <a:lnTo>
                    <a:pt x="969832" y="753356"/>
                  </a:lnTo>
                  <a:lnTo>
                    <a:pt x="999049" y="711630"/>
                  </a:lnTo>
                  <a:lnTo>
                    <a:pt x="1026651" y="669007"/>
                  </a:lnTo>
                  <a:lnTo>
                    <a:pt x="1052623" y="625526"/>
                  </a:lnTo>
                  <a:lnTo>
                    <a:pt x="1076946" y="581226"/>
                  </a:lnTo>
                  <a:lnTo>
                    <a:pt x="1099606" y="536146"/>
                  </a:lnTo>
                  <a:lnTo>
                    <a:pt x="1120587" y="490326"/>
                  </a:lnTo>
                  <a:lnTo>
                    <a:pt x="1139870" y="443804"/>
                  </a:lnTo>
                  <a:lnTo>
                    <a:pt x="1157441" y="396619"/>
                  </a:lnTo>
                  <a:lnTo>
                    <a:pt x="1173283" y="348812"/>
                  </a:lnTo>
                  <a:lnTo>
                    <a:pt x="1187380" y="300420"/>
                  </a:lnTo>
                  <a:lnTo>
                    <a:pt x="1199715" y="251484"/>
                  </a:lnTo>
                  <a:lnTo>
                    <a:pt x="1210272" y="202042"/>
                  </a:lnTo>
                  <a:lnTo>
                    <a:pt x="1219035" y="152133"/>
                  </a:lnTo>
                  <a:lnTo>
                    <a:pt x="1225988" y="101797"/>
                  </a:lnTo>
                  <a:lnTo>
                    <a:pt x="1231113" y="51073"/>
                  </a:lnTo>
                  <a:lnTo>
                    <a:pt x="1234395" y="0"/>
                  </a:lnTo>
                  <a:lnTo>
                    <a:pt x="0" y="0"/>
                  </a:lnTo>
                  <a:close/>
                </a:path>
              </a:pathLst>
            </a:custGeom>
            <a:noFill/>
            <a:ln cap="flat" cmpd="sng" w="43500">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sp>
        <p:nvSpPr>
          <p:cNvPr id="137" name="Google Shape;137;p6"/>
          <p:cNvSpPr txBox="1"/>
          <p:nvPr>
            <p:ph type="title"/>
          </p:nvPr>
        </p:nvSpPr>
        <p:spPr>
          <a:xfrm>
            <a:off x="812393" y="252171"/>
            <a:ext cx="5459700" cy="1301100"/>
          </a:xfrm>
          <a:prstGeom prst="rect">
            <a:avLst/>
          </a:prstGeom>
          <a:noFill/>
          <a:ln>
            <a:noFill/>
          </a:ln>
        </p:spPr>
        <p:txBody>
          <a:bodyPr anchorCtr="0" anchor="t" bIns="0" lIns="0" spcFirstLastPara="1" rIns="0" wrap="square" tIns="89525">
            <a:spAutoFit/>
          </a:bodyPr>
          <a:lstStyle/>
          <a:p>
            <a:pPr indent="0" lvl="0" marL="12700" marR="5080" rtl="0" algn="l">
              <a:lnSpc>
                <a:spcPct val="107954"/>
              </a:lnSpc>
              <a:spcBef>
                <a:spcPts val="0"/>
              </a:spcBef>
              <a:spcAft>
                <a:spcPts val="0"/>
              </a:spcAft>
              <a:buNone/>
            </a:pPr>
            <a:r>
              <a:rPr lang="en-US"/>
              <a:t>HARDWARE/SOFTWARE TOOLS USED</a:t>
            </a:r>
            <a:endParaRPr/>
          </a:p>
        </p:txBody>
      </p:sp>
      <p:sp>
        <p:nvSpPr>
          <p:cNvPr id="138" name="Google Shape;138;p6"/>
          <p:cNvSpPr/>
          <p:nvPr/>
        </p:nvSpPr>
        <p:spPr>
          <a:xfrm>
            <a:off x="10209276" y="0"/>
            <a:ext cx="1134109" cy="478790"/>
          </a:xfrm>
          <a:custGeom>
            <a:rect b="b" l="l" r="r" t="t"/>
            <a:pathLst>
              <a:path extrusionOk="0" h="478790" w="1134109">
                <a:moveTo>
                  <a:pt x="1133855" y="0"/>
                </a:moveTo>
                <a:lnTo>
                  <a:pt x="0" y="0"/>
                </a:lnTo>
                <a:lnTo>
                  <a:pt x="1650" y="16891"/>
                </a:lnTo>
                <a:lnTo>
                  <a:pt x="12982" y="62669"/>
                </a:lnTo>
                <a:lnTo>
                  <a:pt x="27864" y="106933"/>
                </a:lnTo>
                <a:lnTo>
                  <a:pt x="46135" y="149518"/>
                </a:lnTo>
                <a:lnTo>
                  <a:pt x="67632" y="190264"/>
                </a:lnTo>
                <a:lnTo>
                  <a:pt x="92192" y="229006"/>
                </a:lnTo>
                <a:lnTo>
                  <a:pt x="119655" y="265584"/>
                </a:lnTo>
                <a:lnTo>
                  <a:pt x="149858" y="299833"/>
                </a:lnTo>
                <a:lnTo>
                  <a:pt x="182639" y="331592"/>
                </a:lnTo>
                <a:lnTo>
                  <a:pt x="217835" y="360699"/>
                </a:lnTo>
                <a:lnTo>
                  <a:pt x="255286" y="386989"/>
                </a:lnTo>
                <a:lnTo>
                  <a:pt x="294827" y="410302"/>
                </a:lnTo>
                <a:lnTo>
                  <a:pt x="336299" y="430474"/>
                </a:lnTo>
                <a:lnTo>
                  <a:pt x="379538" y="447342"/>
                </a:lnTo>
                <a:lnTo>
                  <a:pt x="424382" y="460746"/>
                </a:lnTo>
                <a:lnTo>
                  <a:pt x="470670" y="470521"/>
                </a:lnTo>
                <a:lnTo>
                  <a:pt x="518239" y="476505"/>
                </a:lnTo>
                <a:lnTo>
                  <a:pt x="566927" y="478536"/>
                </a:lnTo>
                <a:lnTo>
                  <a:pt x="615616" y="476505"/>
                </a:lnTo>
                <a:lnTo>
                  <a:pt x="663185" y="470521"/>
                </a:lnTo>
                <a:lnTo>
                  <a:pt x="709473" y="460746"/>
                </a:lnTo>
                <a:lnTo>
                  <a:pt x="754317" y="447342"/>
                </a:lnTo>
                <a:lnTo>
                  <a:pt x="797556" y="430474"/>
                </a:lnTo>
                <a:lnTo>
                  <a:pt x="839028" y="410302"/>
                </a:lnTo>
                <a:lnTo>
                  <a:pt x="878569" y="386989"/>
                </a:lnTo>
                <a:lnTo>
                  <a:pt x="916020" y="360699"/>
                </a:lnTo>
                <a:lnTo>
                  <a:pt x="951216" y="331592"/>
                </a:lnTo>
                <a:lnTo>
                  <a:pt x="983997" y="299833"/>
                </a:lnTo>
                <a:lnTo>
                  <a:pt x="1014200" y="265584"/>
                </a:lnTo>
                <a:lnTo>
                  <a:pt x="1041663" y="229006"/>
                </a:lnTo>
                <a:lnTo>
                  <a:pt x="1066223" y="190264"/>
                </a:lnTo>
                <a:lnTo>
                  <a:pt x="1087720" y="149518"/>
                </a:lnTo>
                <a:lnTo>
                  <a:pt x="1105991" y="106933"/>
                </a:lnTo>
                <a:lnTo>
                  <a:pt x="1120873" y="62669"/>
                </a:lnTo>
                <a:lnTo>
                  <a:pt x="1132204" y="16891"/>
                </a:lnTo>
                <a:lnTo>
                  <a:pt x="1133855" y="0"/>
                </a:lnTo>
                <a:close/>
              </a:path>
            </a:pathLst>
          </a:custGeom>
          <a:solidFill>
            <a:srgbClr val="4AACC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9" name="Google Shape;139;p6"/>
          <p:cNvSpPr txBox="1"/>
          <p:nvPr/>
        </p:nvSpPr>
        <p:spPr>
          <a:xfrm>
            <a:off x="785266" y="1926793"/>
            <a:ext cx="5435100" cy="6660300"/>
          </a:xfrm>
          <a:prstGeom prst="rect">
            <a:avLst/>
          </a:prstGeom>
          <a:noFill/>
          <a:ln>
            <a:noFill/>
          </a:ln>
        </p:spPr>
        <p:txBody>
          <a:bodyPr anchorCtr="0" anchor="t" bIns="0" lIns="0" spcFirstLastPara="1" rIns="0" wrap="square" tIns="12700">
            <a:spAutoFit/>
          </a:bodyPr>
          <a:lstStyle/>
          <a:p>
            <a:pPr indent="-286385" lvl="0" marL="299085" marR="0" rtl="0" algn="l">
              <a:lnSpc>
                <a:spcPct val="114166"/>
              </a:lnSpc>
              <a:spcBef>
                <a:spcPts val="0"/>
              </a:spcBef>
              <a:spcAft>
                <a:spcPts val="0"/>
              </a:spcAft>
              <a:buSzPts val="1800"/>
              <a:buFont typeface="Arial"/>
              <a:buChar char="•"/>
            </a:pPr>
            <a:r>
              <a:rPr b="1" lang="en-US" sz="1800">
                <a:latin typeface="Arial"/>
                <a:ea typeface="Arial"/>
                <a:cs typeface="Arial"/>
                <a:sym typeface="Arial"/>
              </a:rPr>
              <a:t>ESP32 </a:t>
            </a:r>
            <a:r>
              <a:rPr lang="en-US" sz="1800">
                <a:latin typeface="Rasa"/>
                <a:ea typeface="Rasa"/>
                <a:cs typeface="Rasa"/>
                <a:sym typeface="Rasa"/>
              </a:rPr>
              <a:t>– </a:t>
            </a:r>
            <a:r>
              <a:rPr lang="en-US" sz="1800">
                <a:latin typeface="Arial"/>
                <a:ea typeface="Arial"/>
                <a:cs typeface="Arial"/>
                <a:sym typeface="Arial"/>
              </a:rPr>
              <a:t>Microcontroller for processing sensor data and</a:t>
            </a:r>
            <a:endParaRPr sz="1800">
              <a:latin typeface="Arial"/>
              <a:ea typeface="Arial"/>
              <a:cs typeface="Arial"/>
              <a:sym typeface="Arial"/>
            </a:endParaRPr>
          </a:p>
          <a:p>
            <a:pPr indent="0" lvl="0" marL="299085" marR="0" rtl="0" algn="l">
              <a:lnSpc>
                <a:spcPct val="114166"/>
              </a:lnSpc>
              <a:spcBef>
                <a:spcPts val="0"/>
              </a:spcBef>
              <a:spcAft>
                <a:spcPts val="0"/>
              </a:spcAft>
              <a:buNone/>
            </a:pPr>
            <a:r>
              <a:rPr lang="en-US" sz="1800">
                <a:latin typeface="Arial"/>
                <a:ea typeface="Arial"/>
                <a:cs typeface="Arial"/>
                <a:sym typeface="Arial"/>
              </a:rPr>
              <a:t>connecting to Blynk via Wi-Fi.</a:t>
            </a:r>
            <a:endParaRPr sz="1800">
              <a:latin typeface="Arial"/>
              <a:ea typeface="Arial"/>
              <a:cs typeface="Arial"/>
              <a:sym typeface="Arial"/>
            </a:endParaRPr>
          </a:p>
          <a:p>
            <a:pPr indent="-287019" lvl="0" marL="299085" marR="882014" rtl="0" algn="l">
              <a:lnSpc>
                <a:spcPct val="107722"/>
              </a:lnSpc>
              <a:spcBef>
                <a:spcPts val="635"/>
              </a:spcBef>
              <a:spcAft>
                <a:spcPts val="0"/>
              </a:spcAft>
              <a:buSzPts val="1800"/>
              <a:buFont typeface="Arial"/>
              <a:buChar char="•"/>
            </a:pPr>
            <a:r>
              <a:rPr b="1" lang="en-US" sz="1800">
                <a:latin typeface="Arial"/>
                <a:ea typeface="Arial"/>
                <a:cs typeface="Arial"/>
                <a:sym typeface="Arial"/>
              </a:rPr>
              <a:t>BMP280 Sensor </a:t>
            </a:r>
            <a:r>
              <a:rPr lang="en-US" sz="1800">
                <a:latin typeface="Rasa"/>
                <a:ea typeface="Rasa"/>
                <a:cs typeface="Rasa"/>
                <a:sym typeface="Rasa"/>
              </a:rPr>
              <a:t>– </a:t>
            </a:r>
            <a:r>
              <a:rPr lang="en-US" sz="1800">
                <a:latin typeface="Arial"/>
                <a:ea typeface="Arial"/>
                <a:cs typeface="Arial"/>
                <a:sym typeface="Arial"/>
              </a:rPr>
              <a:t>Measures temperature and atmospheric pressure.</a:t>
            </a:r>
            <a:endParaRPr sz="1800">
              <a:latin typeface="Arial"/>
              <a:ea typeface="Arial"/>
              <a:cs typeface="Arial"/>
              <a:sym typeface="Arial"/>
            </a:endParaRPr>
          </a:p>
          <a:p>
            <a:pPr indent="-287019" lvl="0" marL="299085" marR="404495" rtl="0" algn="l">
              <a:lnSpc>
                <a:spcPct val="107722"/>
              </a:lnSpc>
              <a:spcBef>
                <a:spcPts val="605"/>
              </a:spcBef>
              <a:spcAft>
                <a:spcPts val="0"/>
              </a:spcAft>
              <a:buSzPts val="1800"/>
              <a:buFont typeface="Arial"/>
              <a:buChar char="•"/>
            </a:pPr>
            <a:r>
              <a:rPr b="1" lang="en-US" sz="1800">
                <a:latin typeface="Arial"/>
                <a:ea typeface="Arial"/>
                <a:cs typeface="Arial"/>
                <a:sym typeface="Arial"/>
              </a:rPr>
              <a:t>MQ2 Sensor </a:t>
            </a:r>
            <a:r>
              <a:rPr lang="en-US" sz="1800">
                <a:latin typeface="Rasa"/>
                <a:ea typeface="Rasa"/>
                <a:cs typeface="Rasa"/>
                <a:sym typeface="Rasa"/>
              </a:rPr>
              <a:t>– </a:t>
            </a:r>
            <a:r>
              <a:rPr lang="en-US" sz="1800">
                <a:latin typeface="Arial"/>
                <a:ea typeface="Arial"/>
                <a:cs typeface="Arial"/>
                <a:sym typeface="Arial"/>
              </a:rPr>
              <a:t>Detects LPG, gas concentration, and smoke levels.</a:t>
            </a:r>
            <a:endParaRPr sz="1800">
              <a:latin typeface="Arial"/>
              <a:ea typeface="Arial"/>
              <a:cs typeface="Arial"/>
              <a:sym typeface="Arial"/>
            </a:endParaRPr>
          </a:p>
          <a:p>
            <a:pPr indent="-287019" lvl="0" marL="299085" marR="487044" rtl="0" algn="l">
              <a:lnSpc>
                <a:spcPct val="107722"/>
              </a:lnSpc>
              <a:spcBef>
                <a:spcPts val="610"/>
              </a:spcBef>
              <a:spcAft>
                <a:spcPts val="0"/>
              </a:spcAft>
              <a:buSzPts val="1800"/>
              <a:buFont typeface="Arial"/>
              <a:buChar char="•"/>
            </a:pPr>
            <a:r>
              <a:rPr b="1" lang="en-US" sz="1800">
                <a:latin typeface="Arial"/>
                <a:ea typeface="Arial"/>
                <a:cs typeface="Arial"/>
                <a:sym typeface="Arial"/>
              </a:rPr>
              <a:t>SD Card Module </a:t>
            </a:r>
            <a:r>
              <a:rPr lang="en-US" sz="1800">
                <a:latin typeface="Rasa"/>
                <a:ea typeface="Rasa"/>
                <a:cs typeface="Rasa"/>
                <a:sym typeface="Rasa"/>
              </a:rPr>
              <a:t>– </a:t>
            </a:r>
            <a:r>
              <a:rPr lang="en-US" sz="1800">
                <a:latin typeface="Arial"/>
                <a:ea typeface="Arial"/>
                <a:cs typeface="Arial"/>
                <a:sym typeface="Arial"/>
              </a:rPr>
              <a:t>Stores data every 5 seconds for record-keeping.</a:t>
            </a:r>
            <a:endParaRPr sz="1800">
              <a:latin typeface="Arial"/>
              <a:ea typeface="Arial"/>
              <a:cs typeface="Arial"/>
              <a:sym typeface="Arial"/>
            </a:endParaRPr>
          </a:p>
          <a:p>
            <a:pPr indent="-287019" lvl="0" marL="299085" marR="254634" rtl="0" algn="l">
              <a:lnSpc>
                <a:spcPct val="107722"/>
              </a:lnSpc>
              <a:spcBef>
                <a:spcPts val="610"/>
              </a:spcBef>
              <a:spcAft>
                <a:spcPts val="0"/>
              </a:spcAft>
              <a:buSzPts val="1800"/>
              <a:buFont typeface="Arial"/>
              <a:buChar char="•"/>
            </a:pPr>
            <a:r>
              <a:rPr b="1" lang="en-US" sz="1800">
                <a:latin typeface="Arial"/>
                <a:ea typeface="Arial"/>
                <a:cs typeface="Arial"/>
                <a:sym typeface="Arial"/>
              </a:rPr>
              <a:t>Small Breadboard – </a:t>
            </a:r>
            <a:r>
              <a:rPr lang="en-US" sz="1800">
                <a:latin typeface="Arial"/>
                <a:ea typeface="Arial"/>
                <a:cs typeface="Arial"/>
                <a:sym typeface="Arial"/>
              </a:rPr>
              <a:t>Keeps all the components intact and helps connect the components</a:t>
            </a:r>
            <a:endParaRPr sz="1800">
              <a:latin typeface="Arial"/>
              <a:ea typeface="Arial"/>
              <a:cs typeface="Arial"/>
              <a:sym typeface="Arial"/>
            </a:endParaRPr>
          </a:p>
          <a:p>
            <a:pPr indent="-286385" lvl="0" marL="299085" marR="0" rtl="0" algn="l">
              <a:lnSpc>
                <a:spcPct val="113888"/>
              </a:lnSpc>
              <a:spcBef>
                <a:spcPts val="360"/>
              </a:spcBef>
              <a:spcAft>
                <a:spcPts val="0"/>
              </a:spcAft>
              <a:buSzPts val="1800"/>
              <a:buFont typeface="Arial"/>
              <a:buChar char="•"/>
            </a:pPr>
            <a:r>
              <a:rPr b="1" lang="en-US" sz="1800">
                <a:latin typeface="Arial"/>
                <a:ea typeface="Arial"/>
                <a:cs typeface="Arial"/>
                <a:sym typeface="Arial"/>
              </a:rPr>
              <a:t>Power Bank </a:t>
            </a:r>
            <a:r>
              <a:rPr lang="en-US" sz="1800">
                <a:latin typeface="Rasa"/>
                <a:ea typeface="Rasa"/>
                <a:cs typeface="Rasa"/>
                <a:sym typeface="Rasa"/>
              </a:rPr>
              <a:t>– </a:t>
            </a:r>
            <a:r>
              <a:rPr lang="en-US" sz="1800">
                <a:latin typeface="Arial"/>
                <a:ea typeface="Arial"/>
                <a:cs typeface="Arial"/>
                <a:sym typeface="Arial"/>
              </a:rPr>
              <a:t>Provides temporary power supply via</a:t>
            </a:r>
            <a:endParaRPr sz="1800">
              <a:latin typeface="Arial"/>
              <a:ea typeface="Arial"/>
              <a:cs typeface="Arial"/>
              <a:sym typeface="Arial"/>
            </a:endParaRPr>
          </a:p>
          <a:p>
            <a:pPr indent="0" lvl="0" marL="299085" marR="0" rtl="0" algn="l">
              <a:lnSpc>
                <a:spcPct val="113888"/>
              </a:lnSpc>
              <a:spcBef>
                <a:spcPts val="0"/>
              </a:spcBef>
              <a:spcAft>
                <a:spcPts val="0"/>
              </a:spcAft>
              <a:buNone/>
            </a:pPr>
            <a:r>
              <a:rPr lang="en-US" sz="1800">
                <a:latin typeface="Rasa"/>
                <a:ea typeface="Rasa"/>
                <a:cs typeface="Rasa"/>
                <a:sym typeface="Rasa"/>
              </a:rPr>
              <a:t>ESP32’s micro</a:t>
            </a:r>
            <a:r>
              <a:rPr lang="en-US" sz="1800">
                <a:latin typeface="Arial"/>
                <a:ea typeface="Arial"/>
                <a:cs typeface="Arial"/>
                <a:sym typeface="Arial"/>
              </a:rPr>
              <a:t>-USB socket for demonstrations.</a:t>
            </a:r>
            <a:endParaRPr sz="1800">
              <a:latin typeface="Arial"/>
              <a:ea typeface="Arial"/>
              <a:cs typeface="Arial"/>
              <a:sym typeface="Arial"/>
            </a:endParaRPr>
          </a:p>
          <a:p>
            <a:pPr indent="-286385" lvl="0" marL="299085" marR="0" rtl="0" algn="l">
              <a:lnSpc>
                <a:spcPct val="100000"/>
              </a:lnSpc>
              <a:spcBef>
                <a:spcPts val="385"/>
              </a:spcBef>
              <a:spcAft>
                <a:spcPts val="0"/>
              </a:spcAft>
              <a:buSzPts val="1800"/>
              <a:buFont typeface="Arial"/>
              <a:buChar char="•"/>
            </a:pPr>
            <a:r>
              <a:rPr b="1" lang="en-US" sz="1800">
                <a:latin typeface="Arial"/>
                <a:ea typeface="Arial"/>
                <a:cs typeface="Arial"/>
                <a:sym typeface="Arial"/>
              </a:rPr>
              <a:t>Software Tools</a:t>
            </a:r>
            <a:endParaRPr sz="1800">
              <a:latin typeface="Arial"/>
              <a:ea typeface="Arial"/>
              <a:cs typeface="Arial"/>
              <a:sym typeface="Arial"/>
            </a:endParaRPr>
          </a:p>
          <a:p>
            <a:pPr indent="-287019" lvl="0" marL="299085" marR="43815" rtl="0" algn="l">
              <a:lnSpc>
                <a:spcPct val="107722"/>
              </a:lnSpc>
              <a:spcBef>
                <a:spcPts val="635"/>
              </a:spcBef>
              <a:spcAft>
                <a:spcPts val="0"/>
              </a:spcAft>
              <a:buSzPts val="1800"/>
              <a:buFont typeface="Arial"/>
              <a:buChar char="•"/>
            </a:pPr>
            <a:r>
              <a:rPr b="1" lang="en-US" sz="1800">
                <a:latin typeface="Arial"/>
                <a:ea typeface="Arial"/>
                <a:cs typeface="Arial"/>
                <a:sym typeface="Arial"/>
              </a:rPr>
              <a:t>Arduino IDE </a:t>
            </a:r>
            <a:r>
              <a:rPr lang="en-US" sz="1800">
                <a:latin typeface="Rasa"/>
                <a:ea typeface="Rasa"/>
                <a:cs typeface="Rasa"/>
                <a:sym typeface="Rasa"/>
              </a:rPr>
              <a:t>– </a:t>
            </a:r>
            <a:r>
              <a:rPr lang="en-US" sz="1800">
                <a:latin typeface="Arial"/>
                <a:ea typeface="Arial"/>
                <a:cs typeface="Arial"/>
                <a:sym typeface="Arial"/>
              </a:rPr>
              <a:t>Used for coding and uploading firmware to ESP32.</a:t>
            </a:r>
            <a:endParaRPr sz="1800">
              <a:latin typeface="Arial"/>
              <a:ea typeface="Arial"/>
              <a:cs typeface="Arial"/>
              <a:sym typeface="Arial"/>
            </a:endParaRPr>
          </a:p>
          <a:p>
            <a:pPr indent="-286385" lvl="0" marL="299085" marR="0" rtl="0" algn="l">
              <a:lnSpc>
                <a:spcPct val="113888"/>
              </a:lnSpc>
              <a:spcBef>
                <a:spcPts val="359"/>
              </a:spcBef>
              <a:spcAft>
                <a:spcPts val="0"/>
              </a:spcAft>
              <a:buSzPts val="1800"/>
              <a:buFont typeface="Arial"/>
              <a:buChar char="•"/>
            </a:pPr>
            <a:r>
              <a:rPr b="1" lang="en-US" sz="1800">
                <a:latin typeface="Arial"/>
                <a:ea typeface="Arial"/>
                <a:cs typeface="Arial"/>
                <a:sym typeface="Arial"/>
              </a:rPr>
              <a:t>Blynk App </a:t>
            </a:r>
            <a:r>
              <a:rPr lang="en-US" sz="1800">
                <a:latin typeface="Rasa"/>
                <a:ea typeface="Rasa"/>
                <a:cs typeface="Rasa"/>
                <a:sym typeface="Rasa"/>
              </a:rPr>
              <a:t>– </a:t>
            </a:r>
            <a:r>
              <a:rPr lang="en-US" sz="1800">
                <a:latin typeface="Arial"/>
                <a:ea typeface="Arial"/>
                <a:cs typeface="Arial"/>
                <a:sym typeface="Arial"/>
              </a:rPr>
              <a:t>IoT platform to monitor real-time data on</a:t>
            </a:r>
            <a:endParaRPr sz="1800">
              <a:latin typeface="Arial"/>
              <a:ea typeface="Arial"/>
              <a:cs typeface="Arial"/>
              <a:sym typeface="Arial"/>
            </a:endParaRPr>
          </a:p>
          <a:p>
            <a:pPr indent="0" lvl="0" marL="299085" marR="0" rtl="0" algn="l">
              <a:lnSpc>
                <a:spcPct val="113888"/>
              </a:lnSpc>
              <a:spcBef>
                <a:spcPts val="0"/>
              </a:spcBef>
              <a:spcAft>
                <a:spcPts val="0"/>
              </a:spcAft>
              <a:buNone/>
            </a:pPr>
            <a:r>
              <a:rPr lang="en-US" sz="1800">
                <a:latin typeface="Arial"/>
                <a:ea typeface="Arial"/>
                <a:cs typeface="Arial"/>
                <a:sym typeface="Arial"/>
              </a:rPr>
              <a:t>mobile devices.</a:t>
            </a:r>
            <a:endParaRPr sz="1800">
              <a:latin typeface="Arial"/>
              <a:ea typeface="Arial"/>
              <a:cs typeface="Arial"/>
              <a:sym typeface="Arial"/>
            </a:endParaRPr>
          </a:p>
        </p:txBody>
      </p:sp>
      <p:sp>
        <p:nvSpPr>
          <p:cNvPr id="140" name="Google Shape;140;p6"/>
          <p:cNvSpPr/>
          <p:nvPr/>
        </p:nvSpPr>
        <p:spPr>
          <a:xfrm>
            <a:off x="6822185" y="2625089"/>
            <a:ext cx="812800" cy="812800"/>
          </a:xfrm>
          <a:custGeom>
            <a:rect b="b" l="l" r="r" t="t"/>
            <a:pathLst>
              <a:path extrusionOk="0" h="812800" w="812800">
                <a:moveTo>
                  <a:pt x="0" y="406146"/>
                </a:moveTo>
                <a:lnTo>
                  <a:pt x="2732" y="358785"/>
                </a:lnTo>
                <a:lnTo>
                  <a:pt x="10727" y="313028"/>
                </a:lnTo>
                <a:lnTo>
                  <a:pt x="23680" y="269180"/>
                </a:lnTo>
                <a:lnTo>
                  <a:pt x="41285" y="227544"/>
                </a:lnTo>
                <a:lnTo>
                  <a:pt x="63238" y="188427"/>
                </a:lnTo>
                <a:lnTo>
                  <a:pt x="89233" y="152133"/>
                </a:lnTo>
                <a:lnTo>
                  <a:pt x="118967" y="118967"/>
                </a:lnTo>
                <a:lnTo>
                  <a:pt x="152133" y="89233"/>
                </a:lnTo>
                <a:lnTo>
                  <a:pt x="188427" y="63238"/>
                </a:lnTo>
                <a:lnTo>
                  <a:pt x="227544" y="41285"/>
                </a:lnTo>
                <a:lnTo>
                  <a:pt x="269180" y="23680"/>
                </a:lnTo>
                <a:lnTo>
                  <a:pt x="313028" y="10727"/>
                </a:lnTo>
                <a:lnTo>
                  <a:pt x="358785" y="2732"/>
                </a:lnTo>
                <a:lnTo>
                  <a:pt x="406146" y="0"/>
                </a:lnTo>
                <a:lnTo>
                  <a:pt x="453506" y="2732"/>
                </a:lnTo>
                <a:lnTo>
                  <a:pt x="499263" y="10727"/>
                </a:lnTo>
                <a:lnTo>
                  <a:pt x="543111" y="23680"/>
                </a:lnTo>
                <a:lnTo>
                  <a:pt x="584747" y="41285"/>
                </a:lnTo>
                <a:lnTo>
                  <a:pt x="623864" y="63238"/>
                </a:lnTo>
                <a:lnTo>
                  <a:pt x="660158" y="89233"/>
                </a:lnTo>
                <a:lnTo>
                  <a:pt x="693324" y="118967"/>
                </a:lnTo>
                <a:lnTo>
                  <a:pt x="723058" y="152133"/>
                </a:lnTo>
                <a:lnTo>
                  <a:pt x="749053" y="188427"/>
                </a:lnTo>
                <a:lnTo>
                  <a:pt x="771006" y="227544"/>
                </a:lnTo>
                <a:lnTo>
                  <a:pt x="788611" y="269180"/>
                </a:lnTo>
                <a:lnTo>
                  <a:pt x="801564" y="313028"/>
                </a:lnTo>
                <a:lnTo>
                  <a:pt x="809559" y="358785"/>
                </a:lnTo>
                <a:lnTo>
                  <a:pt x="812292" y="406146"/>
                </a:lnTo>
                <a:lnTo>
                  <a:pt x="809559" y="453506"/>
                </a:lnTo>
                <a:lnTo>
                  <a:pt x="801564" y="499263"/>
                </a:lnTo>
                <a:lnTo>
                  <a:pt x="788611" y="543111"/>
                </a:lnTo>
                <a:lnTo>
                  <a:pt x="771006" y="584747"/>
                </a:lnTo>
                <a:lnTo>
                  <a:pt x="749053" y="623864"/>
                </a:lnTo>
                <a:lnTo>
                  <a:pt x="723058" y="660158"/>
                </a:lnTo>
                <a:lnTo>
                  <a:pt x="693324" y="693324"/>
                </a:lnTo>
                <a:lnTo>
                  <a:pt x="660158" y="723058"/>
                </a:lnTo>
                <a:lnTo>
                  <a:pt x="623864" y="749053"/>
                </a:lnTo>
                <a:lnTo>
                  <a:pt x="584747" y="771006"/>
                </a:lnTo>
                <a:lnTo>
                  <a:pt x="543111" y="788611"/>
                </a:lnTo>
                <a:lnTo>
                  <a:pt x="499263" y="801564"/>
                </a:lnTo>
                <a:lnTo>
                  <a:pt x="453506" y="809559"/>
                </a:lnTo>
                <a:lnTo>
                  <a:pt x="406146" y="812292"/>
                </a:lnTo>
                <a:lnTo>
                  <a:pt x="358785" y="809559"/>
                </a:lnTo>
                <a:lnTo>
                  <a:pt x="313028" y="801564"/>
                </a:lnTo>
                <a:lnTo>
                  <a:pt x="269180" y="788611"/>
                </a:lnTo>
                <a:lnTo>
                  <a:pt x="227544" y="771006"/>
                </a:lnTo>
                <a:lnTo>
                  <a:pt x="188427" y="749053"/>
                </a:lnTo>
                <a:lnTo>
                  <a:pt x="152133" y="723058"/>
                </a:lnTo>
                <a:lnTo>
                  <a:pt x="118967" y="693324"/>
                </a:lnTo>
                <a:lnTo>
                  <a:pt x="89233" y="660158"/>
                </a:lnTo>
                <a:lnTo>
                  <a:pt x="63238" y="623864"/>
                </a:lnTo>
                <a:lnTo>
                  <a:pt x="41285" y="584747"/>
                </a:lnTo>
                <a:lnTo>
                  <a:pt x="23680" y="543111"/>
                </a:lnTo>
                <a:lnTo>
                  <a:pt x="10727" y="499263"/>
                </a:lnTo>
                <a:lnTo>
                  <a:pt x="2732" y="453506"/>
                </a:lnTo>
                <a:lnTo>
                  <a:pt x="0" y="406146"/>
                </a:lnTo>
                <a:close/>
              </a:path>
            </a:pathLst>
          </a:custGeom>
          <a:noFill/>
          <a:ln cap="flat" cmpd="sng" w="127000">
            <a:solidFill>
              <a:srgbClr val="4AACC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nvGrpSpPr>
          <p:cNvPr id="141" name="Google Shape;141;p6"/>
          <p:cNvGrpSpPr/>
          <p:nvPr/>
        </p:nvGrpSpPr>
        <p:grpSpPr>
          <a:xfrm>
            <a:off x="6821423" y="0"/>
            <a:ext cx="3285363" cy="3606165"/>
            <a:chOff x="6821423" y="0"/>
            <a:chExt cx="3285363" cy="3606165"/>
          </a:xfrm>
        </p:grpSpPr>
        <p:sp>
          <p:nvSpPr>
            <p:cNvPr id="142" name="Google Shape;142;p6"/>
            <p:cNvSpPr/>
            <p:nvPr/>
          </p:nvSpPr>
          <p:spPr>
            <a:xfrm>
              <a:off x="8912351" y="1219200"/>
              <a:ext cx="1194434" cy="2386965"/>
            </a:xfrm>
            <a:custGeom>
              <a:rect b="b" l="l" r="r" t="t"/>
              <a:pathLst>
                <a:path extrusionOk="0" h="2386965" w="1194434">
                  <a:moveTo>
                    <a:pt x="1194053" y="0"/>
                  </a:moveTo>
                  <a:lnTo>
                    <a:pt x="1146026" y="947"/>
                  </a:lnTo>
                  <a:lnTo>
                    <a:pt x="1098479" y="3766"/>
                  </a:lnTo>
                  <a:lnTo>
                    <a:pt x="1051450" y="8421"/>
                  </a:lnTo>
                  <a:lnTo>
                    <a:pt x="1004975" y="14875"/>
                  </a:lnTo>
                  <a:lnTo>
                    <a:pt x="959087" y="23095"/>
                  </a:lnTo>
                  <a:lnTo>
                    <a:pt x="913825" y="33043"/>
                  </a:lnTo>
                  <a:lnTo>
                    <a:pt x="869222" y="44684"/>
                  </a:lnTo>
                  <a:lnTo>
                    <a:pt x="825314" y="57982"/>
                  </a:lnTo>
                  <a:lnTo>
                    <a:pt x="782139" y="72902"/>
                  </a:lnTo>
                  <a:lnTo>
                    <a:pt x="739730" y="89409"/>
                  </a:lnTo>
                  <a:lnTo>
                    <a:pt x="698123" y="107466"/>
                  </a:lnTo>
                  <a:lnTo>
                    <a:pt x="657355" y="127037"/>
                  </a:lnTo>
                  <a:lnTo>
                    <a:pt x="617461" y="148088"/>
                  </a:lnTo>
                  <a:lnTo>
                    <a:pt x="578476" y="170583"/>
                  </a:lnTo>
                  <a:lnTo>
                    <a:pt x="540437" y="194485"/>
                  </a:lnTo>
                  <a:lnTo>
                    <a:pt x="503378" y="219759"/>
                  </a:lnTo>
                  <a:lnTo>
                    <a:pt x="467337" y="246370"/>
                  </a:lnTo>
                  <a:lnTo>
                    <a:pt x="432347" y="274282"/>
                  </a:lnTo>
                  <a:lnTo>
                    <a:pt x="398445" y="303459"/>
                  </a:lnTo>
                  <a:lnTo>
                    <a:pt x="365667" y="333866"/>
                  </a:lnTo>
                  <a:lnTo>
                    <a:pt x="334047" y="365467"/>
                  </a:lnTo>
                  <a:lnTo>
                    <a:pt x="303623" y="398226"/>
                  </a:lnTo>
                  <a:lnTo>
                    <a:pt x="274429" y="432107"/>
                  </a:lnTo>
                  <a:lnTo>
                    <a:pt x="246501" y="467075"/>
                  </a:lnTo>
                  <a:lnTo>
                    <a:pt x="219875" y="503095"/>
                  </a:lnTo>
                  <a:lnTo>
                    <a:pt x="194587" y="540131"/>
                  </a:lnTo>
                  <a:lnTo>
                    <a:pt x="170672" y="578146"/>
                  </a:lnTo>
                  <a:lnTo>
                    <a:pt x="148165" y="617106"/>
                  </a:lnTo>
                  <a:lnTo>
                    <a:pt x="127103" y="656974"/>
                  </a:lnTo>
                  <a:lnTo>
                    <a:pt x="107521" y="697715"/>
                  </a:lnTo>
                  <a:lnTo>
                    <a:pt x="89454" y="739294"/>
                  </a:lnTo>
                  <a:lnTo>
                    <a:pt x="72939" y="781674"/>
                  </a:lnTo>
                  <a:lnTo>
                    <a:pt x="58011" y="824821"/>
                  </a:lnTo>
                  <a:lnTo>
                    <a:pt x="44706" y="868698"/>
                  </a:lnTo>
                  <a:lnTo>
                    <a:pt x="33059" y="913269"/>
                  </a:lnTo>
                  <a:lnTo>
                    <a:pt x="23106" y="958500"/>
                  </a:lnTo>
                  <a:lnTo>
                    <a:pt x="14883" y="1004354"/>
                  </a:lnTo>
                  <a:lnTo>
                    <a:pt x="8425" y="1050796"/>
                  </a:lnTo>
                  <a:lnTo>
                    <a:pt x="3768" y="1097790"/>
                  </a:lnTo>
                  <a:lnTo>
                    <a:pt x="948" y="1145300"/>
                  </a:lnTo>
                  <a:lnTo>
                    <a:pt x="0" y="1193291"/>
                  </a:lnTo>
                  <a:lnTo>
                    <a:pt x="948" y="1241283"/>
                  </a:lnTo>
                  <a:lnTo>
                    <a:pt x="3768" y="1288793"/>
                  </a:lnTo>
                  <a:lnTo>
                    <a:pt x="8425" y="1335787"/>
                  </a:lnTo>
                  <a:lnTo>
                    <a:pt x="14883" y="1382229"/>
                  </a:lnTo>
                  <a:lnTo>
                    <a:pt x="23106" y="1428083"/>
                  </a:lnTo>
                  <a:lnTo>
                    <a:pt x="33059" y="1473314"/>
                  </a:lnTo>
                  <a:lnTo>
                    <a:pt x="44706" y="1517885"/>
                  </a:lnTo>
                  <a:lnTo>
                    <a:pt x="58011" y="1561762"/>
                  </a:lnTo>
                  <a:lnTo>
                    <a:pt x="72939" y="1604909"/>
                  </a:lnTo>
                  <a:lnTo>
                    <a:pt x="89454" y="1647289"/>
                  </a:lnTo>
                  <a:lnTo>
                    <a:pt x="107521" y="1688868"/>
                  </a:lnTo>
                  <a:lnTo>
                    <a:pt x="127103" y="1729609"/>
                  </a:lnTo>
                  <a:lnTo>
                    <a:pt x="148165" y="1769477"/>
                  </a:lnTo>
                  <a:lnTo>
                    <a:pt x="170672" y="1808437"/>
                  </a:lnTo>
                  <a:lnTo>
                    <a:pt x="194587" y="1846452"/>
                  </a:lnTo>
                  <a:lnTo>
                    <a:pt x="219875" y="1883488"/>
                  </a:lnTo>
                  <a:lnTo>
                    <a:pt x="246501" y="1919508"/>
                  </a:lnTo>
                  <a:lnTo>
                    <a:pt x="274429" y="1954476"/>
                  </a:lnTo>
                  <a:lnTo>
                    <a:pt x="303623" y="1988357"/>
                  </a:lnTo>
                  <a:lnTo>
                    <a:pt x="334047" y="2021116"/>
                  </a:lnTo>
                  <a:lnTo>
                    <a:pt x="365667" y="2052717"/>
                  </a:lnTo>
                  <a:lnTo>
                    <a:pt x="398445" y="2083124"/>
                  </a:lnTo>
                  <a:lnTo>
                    <a:pt x="432347" y="2112301"/>
                  </a:lnTo>
                  <a:lnTo>
                    <a:pt x="467337" y="2140213"/>
                  </a:lnTo>
                  <a:lnTo>
                    <a:pt x="503378" y="2166824"/>
                  </a:lnTo>
                  <a:lnTo>
                    <a:pt x="540437" y="2192098"/>
                  </a:lnTo>
                  <a:lnTo>
                    <a:pt x="578476" y="2216000"/>
                  </a:lnTo>
                  <a:lnTo>
                    <a:pt x="617461" y="2238495"/>
                  </a:lnTo>
                  <a:lnTo>
                    <a:pt x="657355" y="2259546"/>
                  </a:lnTo>
                  <a:lnTo>
                    <a:pt x="698123" y="2279117"/>
                  </a:lnTo>
                  <a:lnTo>
                    <a:pt x="739730" y="2297174"/>
                  </a:lnTo>
                  <a:lnTo>
                    <a:pt x="782139" y="2313681"/>
                  </a:lnTo>
                  <a:lnTo>
                    <a:pt x="825314" y="2328601"/>
                  </a:lnTo>
                  <a:lnTo>
                    <a:pt x="869222" y="2341899"/>
                  </a:lnTo>
                  <a:lnTo>
                    <a:pt x="913825" y="2353540"/>
                  </a:lnTo>
                  <a:lnTo>
                    <a:pt x="959087" y="2363488"/>
                  </a:lnTo>
                  <a:lnTo>
                    <a:pt x="1004975" y="2371708"/>
                  </a:lnTo>
                  <a:lnTo>
                    <a:pt x="1051450" y="2378162"/>
                  </a:lnTo>
                  <a:lnTo>
                    <a:pt x="1098479" y="2382817"/>
                  </a:lnTo>
                  <a:lnTo>
                    <a:pt x="1146026" y="2385636"/>
                  </a:lnTo>
                  <a:lnTo>
                    <a:pt x="1194053" y="2386584"/>
                  </a:lnTo>
                  <a:lnTo>
                    <a:pt x="1194053" y="1789938"/>
                  </a:lnTo>
                  <a:lnTo>
                    <a:pt x="1145056" y="1787960"/>
                  </a:lnTo>
                  <a:lnTo>
                    <a:pt x="1097149" y="1782130"/>
                  </a:lnTo>
                  <a:lnTo>
                    <a:pt x="1050487" y="1772600"/>
                  </a:lnTo>
                  <a:lnTo>
                    <a:pt x="1005224" y="1759525"/>
                  </a:lnTo>
                  <a:lnTo>
                    <a:pt x="961513" y="1743057"/>
                  </a:lnTo>
                  <a:lnTo>
                    <a:pt x="919507" y="1723350"/>
                  </a:lnTo>
                  <a:lnTo>
                    <a:pt x="879362" y="1700557"/>
                  </a:lnTo>
                  <a:lnTo>
                    <a:pt x="841229" y="1674833"/>
                  </a:lnTo>
                  <a:lnTo>
                    <a:pt x="805264" y="1646330"/>
                  </a:lnTo>
                  <a:lnTo>
                    <a:pt x="771620" y="1615201"/>
                  </a:lnTo>
                  <a:lnTo>
                    <a:pt x="740450" y="1581601"/>
                  </a:lnTo>
                  <a:lnTo>
                    <a:pt x="711909" y="1545683"/>
                  </a:lnTo>
                  <a:lnTo>
                    <a:pt x="686149" y="1507600"/>
                  </a:lnTo>
                  <a:lnTo>
                    <a:pt x="663326" y="1467505"/>
                  </a:lnTo>
                  <a:lnTo>
                    <a:pt x="643592" y="1425553"/>
                  </a:lnTo>
                  <a:lnTo>
                    <a:pt x="627101" y="1381896"/>
                  </a:lnTo>
                  <a:lnTo>
                    <a:pt x="614007" y="1336688"/>
                  </a:lnTo>
                  <a:lnTo>
                    <a:pt x="604464" y="1290082"/>
                  </a:lnTo>
                  <a:lnTo>
                    <a:pt x="598626" y="1242232"/>
                  </a:lnTo>
                  <a:lnTo>
                    <a:pt x="596646" y="1193291"/>
                  </a:lnTo>
                  <a:lnTo>
                    <a:pt x="598626" y="1144351"/>
                  </a:lnTo>
                  <a:lnTo>
                    <a:pt x="604464" y="1096501"/>
                  </a:lnTo>
                  <a:lnTo>
                    <a:pt x="614007" y="1049895"/>
                  </a:lnTo>
                  <a:lnTo>
                    <a:pt x="627101" y="1004687"/>
                  </a:lnTo>
                  <a:lnTo>
                    <a:pt x="643592" y="961030"/>
                  </a:lnTo>
                  <a:lnTo>
                    <a:pt x="663326" y="919078"/>
                  </a:lnTo>
                  <a:lnTo>
                    <a:pt x="686149" y="878983"/>
                  </a:lnTo>
                  <a:lnTo>
                    <a:pt x="711909" y="840900"/>
                  </a:lnTo>
                  <a:lnTo>
                    <a:pt x="740450" y="804982"/>
                  </a:lnTo>
                  <a:lnTo>
                    <a:pt x="771620" y="771382"/>
                  </a:lnTo>
                  <a:lnTo>
                    <a:pt x="805264" y="740253"/>
                  </a:lnTo>
                  <a:lnTo>
                    <a:pt x="841229" y="711750"/>
                  </a:lnTo>
                  <a:lnTo>
                    <a:pt x="879362" y="686026"/>
                  </a:lnTo>
                  <a:lnTo>
                    <a:pt x="919507" y="663233"/>
                  </a:lnTo>
                  <a:lnTo>
                    <a:pt x="961513" y="643526"/>
                  </a:lnTo>
                  <a:lnTo>
                    <a:pt x="1005224" y="627058"/>
                  </a:lnTo>
                  <a:lnTo>
                    <a:pt x="1050487" y="613983"/>
                  </a:lnTo>
                  <a:lnTo>
                    <a:pt x="1097149" y="604453"/>
                  </a:lnTo>
                  <a:lnTo>
                    <a:pt x="1145056" y="598623"/>
                  </a:lnTo>
                  <a:lnTo>
                    <a:pt x="1194053" y="596646"/>
                  </a:lnTo>
                  <a:lnTo>
                    <a:pt x="1194053"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3" name="Google Shape;143;p6"/>
            <p:cNvSpPr/>
            <p:nvPr/>
          </p:nvSpPr>
          <p:spPr>
            <a:xfrm>
              <a:off x="6821423" y="0"/>
              <a:ext cx="2314575" cy="1551940"/>
            </a:xfrm>
            <a:custGeom>
              <a:rect b="b" l="l" r="r" t="t"/>
              <a:pathLst>
                <a:path extrusionOk="0" h="1551940" w="2314575">
                  <a:moveTo>
                    <a:pt x="1999233" y="0"/>
                  </a:moveTo>
                  <a:lnTo>
                    <a:pt x="1722247" y="0"/>
                  </a:lnTo>
                  <a:lnTo>
                    <a:pt x="2107056" y="222757"/>
                  </a:lnTo>
                  <a:lnTo>
                    <a:pt x="138683" y="1361821"/>
                  </a:lnTo>
                  <a:lnTo>
                    <a:pt x="138683" y="0"/>
                  </a:lnTo>
                  <a:lnTo>
                    <a:pt x="0" y="0"/>
                  </a:lnTo>
                  <a:lnTo>
                    <a:pt x="0" y="1482089"/>
                  </a:lnTo>
                  <a:lnTo>
                    <a:pt x="5441" y="1509051"/>
                  </a:lnTo>
                  <a:lnTo>
                    <a:pt x="20288" y="1531096"/>
                  </a:lnTo>
                  <a:lnTo>
                    <a:pt x="42326" y="1545972"/>
                  </a:lnTo>
                  <a:lnTo>
                    <a:pt x="69342" y="1551432"/>
                  </a:lnTo>
                  <a:lnTo>
                    <a:pt x="78420" y="1550840"/>
                  </a:lnTo>
                  <a:lnTo>
                    <a:pt x="2280284" y="282828"/>
                  </a:lnTo>
                  <a:lnTo>
                    <a:pt x="2314467" y="231320"/>
                  </a:lnTo>
                  <a:lnTo>
                    <a:pt x="2312606" y="204771"/>
                  </a:lnTo>
                  <a:lnTo>
                    <a:pt x="2300934" y="180865"/>
                  </a:lnTo>
                  <a:lnTo>
                    <a:pt x="2280284" y="162686"/>
                  </a:lnTo>
                  <a:lnTo>
                    <a:pt x="1999233" y="0"/>
                  </a:lnTo>
                  <a:close/>
                </a:path>
              </a:pathLst>
            </a:custGeom>
            <a:solidFill>
              <a:srgbClr val="F795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44" name="Google Shape;144;p6"/>
          <p:cNvSpPr/>
          <p:nvPr/>
        </p:nvSpPr>
        <p:spPr>
          <a:xfrm>
            <a:off x="11724893" y="1332738"/>
            <a:ext cx="0" cy="1597660"/>
          </a:xfrm>
          <a:custGeom>
            <a:rect b="b" l="l" r="r" t="t"/>
            <a:pathLst>
              <a:path extrusionOk="0" h="1597660" w="120000">
                <a:moveTo>
                  <a:pt x="0" y="0"/>
                </a:moveTo>
                <a:lnTo>
                  <a:pt x="0" y="1597660"/>
                </a:lnTo>
              </a:path>
            </a:pathLst>
          </a:custGeom>
          <a:noFill/>
          <a:ln cap="flat" cmpd="sng" w="127000">
            <a:solidFill>
              <a:srgbClr val="8063A1"/>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5" name="Google Shape;145;p6"/>
          <p:cNvSpPr/>
          <p:nvPr/>
        </p:nvSpPr>
        <p:spPr>
          <a:xfrm>
            <a:off x="11004804" y="4111752"/>
            <a:ext cx="1187450" cy="1772920"/>
          </a:xfrm>
          <a:custGeom>
            <a:rect b="b" l="l" r="r" t="t"/>
            <a:pathLst>
              <a:path extrusionOk="0" h="1772920" w="1187450">
                <a:moveTo>
                  <a:pt x="1187196" y="0"/>
                </a:moveTo>
                <a:lnTo>
                  <a:pt x="61975" y="0"/>
                </a:lnTo>
                <a:lnTo>
                  <a:pt x="37826" y="4861"/>
                </a:lnTo>
                <a:lnTo>
                  <a:pt x="18129" y="18129"/>
                </a:lnTo>
                <a:lnTo>
                  <a:pt x="4861" y="37826"/>
                </a:lnTo>
                <a:lnTo>
                  <a:pt x="0" y="61975"/>
                </a:lnTo>
                <a:lnTo>
                  <a:pt x="0" y="1710474"/>
                </a:lnTo>
                <a:lnTo>
                  <a:pt x="4861" y="1734585"/>
                </a:lnTo>
                <a:lnTo>
                  <a:pt x="18129" y="1754273"/>
                </a:lnTo>
                <a:lnTo>
                  <a:pt x="37826" y="1767545"/>
                </a:lnTo>
                <a:lnTo>
                  <a:pt x="61975" y="1772412"/>
                </a:lnTo>
                <a:lnTo>
                  <a:pt x="1187196" y="1772412"/>
                </a:lnTo>
                <a:lnTo>
                  <a:pt x="1187196" y="1648536"/>
                </a:lnTo>
                <a:lnTo>
                  <a:pt x="123951" y="1648536"/>
                </a:lnTo>
                <a:lnTo>
                  <a:pt x="123951" y="123825"/>
                </a:lnTo>
                <a:lnTo>
                  <a:pt x="1187196" y="123825"/>
                </a:lnTo>
                <a:lnTo>
                  <a:pt x="1187196" y="0"/>
                </a:lnTo>
                <a:close/>
              </a:path>
            </a:pathLst>
          </a:custGeom>
          <a:solidFill>
            <a:srgbClr val="F795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nvGrpSpPr>
          <p:cNvPr id="146" name="Google Shape;146;p6"/>
          <p:cNvGrpSpPr/>
          <p:nvPr/>
        </p:nvGrpSpPr>
        <p:grpSpPr>
          <a:xfrm>
            <a:off x="6821423" y="4144860"/>
            <a:ext cx="3317748" cy="2713392"/>
            <a:chOff x="6821423" y="4144860"/>
            <a:chExt cx="3317748" cy="2713392"/>
          </a:xfrm>
        </p:grpSpPr>
        <p:sp>
          <p:nvSpPr>
            <p:cNvPr id="147" name="Google Shape;147;p6"/>
            <p:cNvSpPr/>
            <p:nvPr/>
          </p:nvSpPr>
          <p:spPr>
            <a:xfrm>
              <a:off x="7769986" y="4144860"/>
              <a:ext cx="2369184" cy="1683385"/>
            </a:xfrm>
            <a:custGeom>
              <a:rect b="b" l="l" r="r" t="t"/>
              <a:pathLst>
                <a:path extrusionOk="0" h="1683385" w="2369184">
                  <a:moveTo>
                    <a:pt x="0" y="32042"/>
                  </a:moveTo>
                  <a:lnTo>
                    <a:pt x="47543" y="24123"/>
                  </a:lnTo>
                  <a:lnTo>
                    <a:pt x="95011" y="17343"/>
                  </a:lnTo>
                  <a:lnTo>
                    <a:pt x="142390" y="11690"/>
                  </a:lnTo>
                  <a:lnTo>
                    <a:pt x="189665" y="7155"/>
                  </a:lnTo>
                  <a:lnTo>
                    <a:pt x="236823" y="3729"/>
                  </a:lnTo>
                  <a:lnTo>
                    <a:pt x="283849" y="1401"/>
                  </a:lnTo>
                  <a:lnTo>
                    <a:pt x="330729" y="161"/>
                  </a:lnTo>
                  <a:lnTo>
                    <a:pt x="377449" y="0"/>
                  </a:lnTo>
                  <a:lnTo>
                    <a:pt x="423994" y="907"/>
                  </a:lnTo>
                  <a:lnTo>
                    <a:pt x="470350" y="2872"/>
                  </a:lnTo>
                  <a:lnTo>
                    <a:pt x="516503" y="5887"/>
                  </a:lnTo>
                  <a:lnTo>
                    <a:pt x="562440" y="9940"/>
                  </a:lnTo>
                  <a:lnTo>
                    <a:pt x="608144" y="15023"/>
                  </a:lnTo>
                  <a:lnTo>
                    <a:pt x="653603" y="21124"/>
                  </a:lnTo>
                  <a:lnTo>
                    <a:pt x="698803" y="28234"/>
                  </a:lnTo>
                  <a:lnTo>
                    <a:pt x="743728" y="36343"/>
                  </a:lnTo>
                  <a:lnTo>
                    <a:pt x="788365" y="45442"/>
                  </a:lnTo>
                  <a:lnTo>
                    <a:pt x="832700" y="55520"/>
                  </a:lnTo>
                  <a:lnTo>
                    <a:pt x="876717" y="66568"/>
                  </a:lnTo>
                  <a:lnTo>
                    <a:pt x="920404" y="78575"/>
                  </a:lnTo>
                  <a:lnTo>
                    <a:pt x="963746" y="91531"/>
                  </a:lnTo>
                  <a:lnTo>
                    <a:pt x="1006729" y="105427"/>
                  </a:lnTo>
                  <a:lnTo>
                    <a:pt x="1049338" y="120254"/>
                  </a:lnTo>
                  <a:lnTo>
                    <a:pt x="1091559" y="135999"/>
                  </a:lnTo>
                  <a:lnTo>
                    <a:pt x="1133378" y="152655"/>
                  </a:lnTo>
                  <a:lnTo>
                    <a:pt x="1174781" y="170211"/>
                  </a:lnTo>
                  <a:lnTo>
                    <a:pt x="1215754" y="188657"/>
                  </a:lnTo>
                  <a:lnTo>
                    <a:pt x="1256281" y="207984"/>
                  </a:lnTo>
                  <a:lnTo>
                    <a:pt x="1296351" y="228180"/>
                  </a:lnTo>
                  <a:lnTo>
                    <a:pt x="1335947" y="249237"/>
                  </a:lnTo>
                  <a:lnTo>
                    <a:pt x="1375055" y="271145"/>
                  </a:lnTo>
                  <a:lnTo>
                    <a:pt x="1413663" y="293893"/>
                  </a:lnTo>
                  <a:lnTo>
                    <a:pt x="1451754" y="317472"/>
                  </a:lnTo>
                  <a:lnTo>
                    <a:pt x="1489316" y="341872"/>
                  </a:lnTo>
                  <a:lnTo>
                    <a:pt x="1526333" y="367082"/>
                  </a:lnTo>
                  <a:lnTo>
                    <a:pt x="1562792" y="393093"/>
                  </a:lnTo>
                  <a:lnTo>
                    <a:pt x="1598679" y="419896"/>
                  </a:lnTo>
                  <a:lnTo>
                    <a:pt x="1633978" y="447480"/>
                  </a:lnTo>
                  <a:lnTo>
                    <a:pt x="1668677" y="475834"/>
                  </a:lnTo>
                  <a:lnTo>
                    <a:pt x="1702761" y="504950"/>
                  </a:lnTo>
                  <a:lnTo>
                    <a:pt x="1736215" y="534818"/>
                  </a:lnTo>
                  <a:lnTo>
                    <a:pt x="1769025" y="565427"/>
                  </a:lnTo>
                  <a:lnTo>
                    <a:pt x="1801178" y="596767"/>
                  </a:lnTo>
                  <a:lnTo>
                    <a:pt x="1832658" y="628830"/>
                  </a:lnTo>
                  <a:lnTo>
                    <a:pt x="1863452" y="661604"/>
                  </a:lnTo>
                  <a:lnTo>
                    <a:pt x="1893546" y="695079"/>
                  </a:lnTo>
                  <a:lnTo>
                    <a:pt x="1922925" y="729247"/>
                  </a:lnTo>
                  <a:lnTo>
                    <a:pt x="1951575" y="764097"/>
                  </a:lnTo>
                  <a:lnTo>
                    <a:pt x="1979482" y="799619"/>
                  </a:lnTo>
                  <a:lnTo>
                    <a:pt x="2006631" y="835803"/>
                  </a:lnTo>
                  <a:lnTo>
                    <a:pt x="2033009" y="872639"/>
                  </a:lnTo>
                  <a:lnTo>
                    <a:pt x="2058601" y="910118"/>
                  </a:lnTo>
                  <a:lnTo>
                    <a:pt x="2083393" y="948229"/>
                  </a:lnTo>
                  <a:lnTo>
                    <a:pt x="2107370" y="986963"/>
                  </a:lnTo>
                  <a:lnTo>
                    <a:pt x="2130520" y="1026309"/>
                  </a:lnTo>
                  <a:lnTo>
                    <a:pt x="2152826" y="1066258"/>
                  </a:lnTo>
                  <a:lnTo>
                    <a:pt x="2174276" y="1106800"/>
                  </a:lnTo>
                  <a:lnTo>
                    <a:pt x="2194855" y="1147925"/>
                  </a:lnTo>
                  <a:lnTo>
                    <a:pt x="2214548" y="1189623"/>
                  </a:lnTo>
                  <a:lnTo>
                    <a:pt x="2233342" y="1231884"/>
                  </a:lnTo>
                  <a:lnTo>
                    <a:pt x="2251221" y="1274698"/>
                  </a:lnTo>
                  <a:lnTo>
                    <a:pt x="2268173" y="1318055"/>
                  </a:lnTo>
                  <a:lnTo>
                    <a:pt x="2284183" y="1361946"/>
                  </a:lnTo>
                  <a:lnTo>
                    <a:pt x="2299237" y="1406360"/>
                  </a:lnTo>
                  <a:lnTo>
                    <a:pt x="2313319" y="1451288"/>
                  </a:lnTo>
                  <a:lnTo>
                    <a:pt x="2326417" y="1496720"/>
                  </a:lnTo>
                  <a:lnTo>
                    <a:pt x="2338516" y="1542645"/>
                  </a:lnTo>
                  <a:lnTo>
                    <a:pt x="2349602" y="1589054"/>
                  </a:lnTo>
                  <a:lnTo>
                    <a:pt x="2359660" y="1635936"/>
                  </a:lnTo>
                  <a:lnTo>
                    <a:pt x="2368677" y="1683283"/>
                  </a:lnTo>
                </a:path>
              </a:pathLst>
            </a:custGeom>
            <a:noFill/>
            <a:ln cap="flat" cmpd="sng" w="127000">
              <a:solidFill>
                <a:srgbClr val="8063A1"/>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8" name="Google Shape;148;p6"/>
            <p:cNvSpPr/>
            <p:nvPr/>
          </p:nvSpPr>
          <p:spPr>
            <a:xfrm>
              <a:off x="6821423" y="4962143"/>
              <a:ext cx="2642870" cy="1896109"/>
            </a:xfrm>
            <a:custGeom>
              <a:rect b="b" l="l" r="r" t="t"/>
              <a:pathLst>
                <a:path extrusionOk="0" h="1896109" w="2642870">
                  <a:moveTo>
                    <a:pt x="1321307" y="0"/>
                  </a:moveTo>
                  <a:lnTo>
                    <a:pt x="1272868" y="871"/>
                  </a:lnTo>
                  <a:lnTo>
                    <a:pt x="1224867" y="3467"/>
                  </a:lnTo>
                  <a:lnTo>
                    <a:pt x="1177336" y="7758"/>
                  </a:lnTo>
                  <a:lnTo>
                    <a:pt x="1130303" y="13712"/>
                  </a:lnTo>
                  <a:lnTo>
                    <a:pt x="1083800" y="21301"/>
                  </a:lnTo>
                  <a:lnTo>
                    <a:pt x="1037855" y="30494"/>
                  </a:lnTo>
                  <a:lnTo>
                    <a:pt x="992498" y="41262"/>
                  </a:lnTo>
                  <a:lnTo>
                    <a:pt x="947760" y="53575"/>
                  </a:lnTo>
                  <a:lnTo>
                    <a:pt x="903671" y="67403"/>
                  </a:lnTo>
                  <a:lnTo>
                    <a:pt x="860259" y="82715"/>
                  </a:lnTo>
                  <a:lnTo>
                    <a:pt x="817555" y="99483"/>
                  </a:lnTo>
                  <a:lnTo>
                    <a:pt x="775589" y="117676"/>
                  </a:lnTo>
                  <a:lnTo>
                    <a:pt x="734391" y="137265"/>
                  </a:lnTo>
                  <a:lnTo>
                    <a:pt x="693990" y="158218"/>
                  </a:lnTo>
                  <a:lnTo>
                    <a:pt x="654416" y="180508"/>
                  </a:lnTo>
                  <a:lnTo>
                    <a:pt x="615700" y="204103"/>
                  </a:lnTo>
                  <a:lnTo>
                    <a:pt x="577871" y="228974"/>
                  </a:lnTo>
                  <a:lnTo>
                    <a:pt x="540959" y="255091"/>
                  </a:lnTo>
                  <a:lnTo>
                    <a:pt x="504993" y="282424"/>
                  </a:lnTo>
                  <a:lnTo>
                    <a:pt x="470004" y="310943"/>
                  </a:lnTo>
                  <a:lnTo>
                    <a:pt x="436022" y="340619"/>
                  </a:lnTo>
                  <a:lnTo>
                    <a:pt x="403075" y="371421"/>
                  </a:lnTo>
                  <a:lnTo>
                    <a:pt x="371195" y="403320"/>
                  </a:lnTo>
                  <a:lnTo>
                    <a:pt x="340411" y="436285"/>
                  </a:lnTo>
                  <a:lnTo>
                    <a:pt x="310753" y="470287"/>
                  </a:lnTo>
                  <a:lnTo>
                    <a:pt x="282251" y="505296"/>
                  </a:lnTo>
                  <a:lnTo>
                    <a:pt x="254934" y="541282"/>
                  </a:lnTo>
                  <a:lnTo>
                    <a:pt x="228833" y="578215"/>
                  </a:lnTo>
                  <a:lnTo>
                    <a:pt x="203977" y="616066"/>
                  </a:lnTo>
                  <a:lnTo>
                    <a:pt x="180396" y="654804"/>
                  </a:lnTo>
                  <a:lnTo>
                    <a:pt x="158120" y="694399"/>
                  </a:lnTo>
                  <a:lnTo>
                    <a:pt x="137179" y="734823"/>
                  </a:lnTo>
                  <a:lnTo>
                    <a:pt x="117603" y="776043"/>
                  </a:lnTo>
                  <a:lnTo>
                    <a:pt x="99421" y="818032"/>
                  </a:lnTo>
                  <a:lnTo>
                    <a:pt x="82663" y="860759"/>
                  </a:lnTo>
                  <a:lnTo>
                    <a:pt x="67360" y="904194"/>
                  </a:lnTo>
                  <a:lnTo>
                    <a:pt x="53541" y="948307"/>
                  </a:lnTo>
                  <a:lnTo>
                    <a:pt x="41236" y="993069"/>
                  </a:lnTo>
                  <a:lnTo>
                    <a:pt x="30475" y="1038449"/>
                  </a:lnTo>
                  <a:lnTo>
                    <a:pt x="21287" y="1084417"/>
                  </a:lnTo>
                  <a:lnTo>
                    <a:pt x="13703" y="1130945"/>
                  </a:lnTo>
                  <a:lnTo>
                    <a:pt x="7753" y="1178001"/>
                  </a:lnTo>
                  <a:lnTo>
                    <a:pt x="3465" y="1225556"/>
                  </a:lnTo>
                  <a:lnTo>
                    <a:pt x="871" y="1273581"/>
                  </a:lnTo>
                  <a:lnTo>
                    <a:pt x="0" y="1322044"/>
                  </a:lnTo>
                  <a:lnTo>
                    <a:pt x="1101" y="1376539"/>
                  </a:lnTo>
                  <a:lnTo>
                    <a:pt x="4378" y="1430472"/>
                  </a:lnTo>
                  <a:lnTo>
                    <a:pt x="9789" y="1483801"/>
                  </a:lnTo>
                  <a:lnTo>
                    <a:pt x="17292" y="1536485"/>
                  </a:lnTo>
                  <a:lnTo>
                    <a:pt x="26844" y="1588479"/>
                  </a:lnTo>
                  <a:lnTo>
                    <a:pt x="38404" y="1639743"/>
                  </a:lnTo>
                  <a:lnTo>
                    <a:pt x="51930" y="1690233"/>
                  </a:lnTo>
                  <a:lnTo>
                    <a:pt x="67381" y="1739908"/>
                  </a:lnTo>
                  <a:lnTo>
                    <a:pt x="84713" y="1788724"/>
                  </a:lnTo>
                  <a:lnTo>
                    <a:pt x="103885" y="1836639"/>
                  </a:lnTo>
                  <a:lnTo>
                    <a:pt x="132333" y="1895855"/>
                  </a:lnTo>
                  <a:lnTo>
                    <a:pt x="2510281" y="1895855"/>
                  </a:lnTo>
                  <a:lnTo>
                    <a:pt x="2538729" y="1836639"/>
                  </a:lnTo>
                  <a:lnTo>
                    <a:pt x="2557902" y="1788724"/>
                  </a:lnTo>
                  <a:lnTo>
                    <a:pt x="2575234" y="1739908"/>
                  </a:lnTo>
                  <a:lnTo>
                    <a:pt x="2590685" y="1690233"/>
                  </a:lnTo>
                  <a:lnTo>
                    <a:pt x="2604211" y="1639743"/>
                  </a:lnTo>
                  <a:lnTo>
                    <a:pt x="2615771" y="1588479"/>
                  </a:lnTo>
                  <a:lnTo>
                    <a:pt x="2625323" y="1536485"/>
                  </a:lnTo>
                  <a:lnTo>
                    <a:pt x="2632826" y="1483801"/>
                  </a:lnTo>
                  <a:lnTo>
                    <a:pt x="2638237" y="1430472"/>
                  </a:lnTo>
                  <a:lnTo>
                    <a:pt x="2641514" y="1376539"/>
                  </a:lnTo>
                  <a:lnTo>
                    <a:pt x="2642616" y="1322044"/>
                  </a:lnTo>
                  <a:lnTo>
                    <a:pt x="2641744" y="1273581"/>
                  </a:lnTo>
                  <a:lnTo>
                    <a:pt x="2639150" y="1225556"/>
                  </a:lnTo>
                  <a:lnTo>
                    <a:pt x="2634862" y="1178001"/>
                  </a:lnTo>
                  <a:lnTo>
                    <a:pt x="2628912" y="1130945"/>
                  </a:lnTo>
                  <a:lnTo>
                    <a:pt x="2621328" y="1084417"/>
                  </a:lnTo>
                  <a:lnTo>
                    <a:pt x="2612140" y="1038449"/>
                  </a:lnTo>
                  <a:lnTo>
                    <a:pt x="2601379" y="993069"/>
                  </a:lnTo>
                  <a:lnTo>
                    <a:pt x="2589074" y="948307"/>
                  </a:lnTo>
                  <a:lnTo>
                    <a:pt x="2575255" y="904194"/>
                  </a:lnTo>
                  <a:lnTo>
                    <a:pt x="2559952" y="860759"/>
                  </a:lnTo>
                  <a:lnTo>
                    <a:pt x="2543194" y="818032"/>
                  </a:lnTo>
                  <a:lnTo>
                    <a:pt x="2525012" y="776043"/>
                  </a:lnTo>
                  <a:lnTo>
                    <a:pt x="2505436" y="734823"/>
                  </a:lnTo>
                  <a:lnTo>
                    <a:pt x="2484495" y="694399"/>
                  </a:lnTo>
                  <a:lnTo>
                    <a:pt x="2462219" y="654804"/>
                  </a:lnTo>
                  <a:lnTo>
                    <a:pt x="2438638" y="616066"/>
                  </a:lnTo>
                  <a:lnTo>
                    <a:pt x="2413782" y="578215"/>
                  </a:lnTo>
                  <a:lnTo>
                    <a:pt x="2387681" y="541282"/>
                  </a:lnTo>
                  <a:lnTo>
                    <a:pt x="2360364" y="505296"/>
                  </a:lnTo>
                  <a:lnTo>
                    <a:pt x="2331862" y="470287"/>
                  </a:lnTo>
                  <a:lnTo>
                    <a:pt x="2302204" y="436285"/>
                  </a:lnTo>
                  <a:lnTo>
                    <a:pt x="2271420" y="403320"/>
                  </a:lnTo>
                  <a:lnTo>
                    <a:pt x="2239540" y="371421"/>
                  </a:lnTo>
                  <a:lnTo>
                    <a:pt x="2206593" y="340619"/>
                  </a:lnTo>
                  <a:lnTo>
                    <a:pt x="2172611" y="310943"/>
                  </a:lnTo>
                  <a:lnTo>
                    <a:pt x="2137622" y="282424"/>
                  </a:lnTo>
                  <a:lnTo>
                    <a:pt x="2101656" y="255091"/>
                  </a:lnTo>
                  <a:lnTo>
                    <a:pt x="2064744" y="228974"/>
                  </a:lnTo>
                  <a:lnTo>
                    <a:pt x="2026915" y="204103"/>
                  </a:lnTo>
                  <a:lnTo>
                    <a:pt x="1988199" y="180508"/>
                  </a:lnTo>
                  <a:lnTo>
                    <a:pt x="1948625" y="158218"/>
                  </a:lnTo>
                  <a:lnTo>
                    <a:pt x="1908224" y="137265"/>
                  </a:lnTo>
                  <a:lnTo>
                    <a:pt x="1867026" y="117676"/>
                  </a:lnTo>
                  <a:lnTo>
                    <a:pt x="1825060" y="99483"/>
                  </a:lnTo>
                  <a:lnTo>
                    <a:pt x="1782356" y="82715"/>
                  </a:lnTo>
                  <a:lnTo>
                    <a:pt x="1738944" y="67403"/>
                  </a:lnTo>
                  <a:lnTo>
                    <a:pt x="1694855" y="53575"/>
                  </a:lnTo>
                  <a:lnTo>
                    <a:pt x="1650117" y="41262"/>
                  </a:lnTo>
                  <a:lnTo>
                    <a:pt x="1604760" y="30494"/>
                  </a:lnTo>
                  <a:lnTo>
                    <a:pt x="1558815" y="21301"/>
                  </a:lnTo>
                  <a:lnTo>
                    <a:pt x="1512312" y="13712"/>
                  </a:lnTo>
                  <a:lnTo>
                    <a:pt x="1465279" y="7758"/>
                  </a:lnTo>
                  <a:lnTo>
                    <a:pt x="1417748" y="3467"/>
                  </a:lnTo>
                  <a:lnTo>
                    <a:pt x="1369747" y="871"/>
                  </a:lnTo>
                  <a:lnTo>
                    <a:pt x="1321307"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7036" y="980694"/>
            <a:ext cx="3213735" cy="574040"/>
          </a:xfrm>
          <a:prstGeom prst="rect">
            <a:avLst/>
          </a:prstGeom>
        </p:spPr>
        <p:txBody>
          <a:bodyPr vert="horz" wrap="square" lIns="0" tIns="12700" rIns="0" bIns="0" rtlCol="0">
            <a:spAutoFit/>
          </a:bodyPr>
          <a:lstStyle/>
          <a:p>
            <a:pPr marL="12700">
              <a:lnSpc>
                <a:spcPct val="100000"/>
              </a:lnSpc>
              <a:spcBef>
                <a:spcPts val="100"/>
              </a:spcBef>
            </a:pPr>
            <a:r>
              <a:rPr sz="3600" spc="-30" dirty="0">
                <a:solidFill>
                  <a:srgbClr val="1F487C"/>
                </a:solidFill>
              </a:rPr>
              <a:t>RESULT</a:t>
            </a:r>
            <a:r>
              <a:rPr sz="3600" spc="-155" dirty="0">
                <a:solidFill>
                  <a:srgbClr val="1F487C"/>
                </a:solidFill>
              </a:rPr>
              <a:t> </a:t>
            </a:r>
            <a:r>
              <a:rPr sz="3600" spc="-35" dirty="0">
                <a:solidFill>
                  <a:srgbClr val="1F487C"/>
                </a:solidFill>
              </a:rPr>
              <a:t>ANALYSIS</a:t>
            </a:r>
            <a:endParaRPr sz="3600"/>
          </a:p>
        </p:txBody>
      </p:sp>
      <p:pic>
        <p:nvPicPr>
          <p:cNvPr id="3" name="object 3"/>
          <p:cNvPicPr/>
          <p:nvPr/>
        </p:nvPicPr>
        <p:blipFill>
          <a:blip r:embed="rId2" cstate="print"/>
          <a:stretch>
            <a:fillRect/>
          </a:stretch>
        </p:blipFill>
        <p:spPr>
          <a:xfrm>
            <a:off x="0" y="0"/>
            <a:ext cx="3346704" cy="2511499"/>
          </a:xfrm>
          <a:prstGeom prst="rect">
            <a:avLst/>
          </a:prstGeom>
        </p:spPr>
      </p:pic>
      <p:sp>
        <p:nvSpPr>
          <p:cNvPr id="4" name="object 4"/>
          <p:cNvSpPr txBox="1"/>
          <p:nvPr/>
        </p:nvSpPr>
        <p:spPr>
          <a:xfrm>
            <a:off x="1257427" y="1942566"/>
            <a:ext cx="9385935" cy="2555875"/>
          </a:xfrm>
          <a:prstGeom prst="rect">
            <a:avLst/>
          </a:prstGeom>
        </p:spPr>
        <p:txBody>
          <a:bodyPr vert="horz" wrap="square" lIns="0" tIns="67310" rIns="0" bIns="0" rtlCol="0">
            <a:spAutoFit/>
          </a:bodyPr>
          <a:lstStyle/>
          <a:p>
            <a:pPr marL="240665" indent="-227965">
              <a:lnSpc>
                <a:spcPct val="100000"/>
              </a:lnSpc>
              <a:spcBef>
                <a:spcPts val="530"/>
              </a:spcBef>
              <a:buFont typeface="Arial"/>
              <a:buChar char="•"/>
              <a:tabLst>
                <a:tab pos="240665" algn="l"/>
              </a:tabLst>
            </a:pPr>
            <a:r>
              <a:rPr sz="1400" b="1" spc="-10" dirty="0">
                <a:solidFill>
                  <a:srgbClr val="1F487C"/>
                </a:solidFill>
                <a:latin typeface="Carlito"/>
                <a:cs typeface="Carlito"/>
              </a:rPr>
              <a:t>Real-</a:t>
            </a:r>
            <a:r>
              <a:rPr sz="1400" b="1" dirty="0">
                <a:solidFill>
                  <a:srgbClr val="1F487C"/>
                </a:solidFill>
                <a:latin typeface="Carlito"/>
                <a:cs typeface="Carlito"/>
              </a:rPr>
              <a:t>Time</a:t>
            </a:r>
            <a:r>
              <a:rPr sz="1400" b="1" spc="-25" dirty="0">
                <a:solidFill>
                  <a:srgbClr val="1F487C"/>
                </a:solidFill>
                <a:latin typeface="Carlito"/>
                <a:cs typeface="Carlito"/>
              </a:rPr>
              <a:t> </a:t>
            </a:r>
            <a:r>
              <a:rPr sz="1400" b="1" spc="-10" dirty="0">
                <a:solidFill>
                  <a:srgbClr val="1F487C"/>
                </a:solidFill>
                <a:latin typeface="Carlito"/>
                <a:cs typeface="Carlito"/>
              </a:rPr>
              <a:t>Monitoring</a:t>
            </a:r>
            <a:endParaRPr sz="1400">
              <a:latin typeface="Carlito"/>
              <a:cs typeface="Carlito"/>
            </a:endParaRPr>
          </a:p>
          <a:p>
            <a:pPr marL="858519" marR="142875" lvl="1" indent="-228600">
              <a:lnSpc>
                <a:spcPts val="1510"/>
              </a:lnSpc>
              <a:spcBef>
                <a:spcPts val="625"/>
              </a:spcBef>
              <a:buFont typeface="Arial"/>
              <a:buChar char="•"/>
              <a:tabLst>
                <a:tab pos="858519" algn="l"/>
              </a:tabLst>
            </a:pPr>
            <a:r>
              <a:rPr sz="1400" dirty="0">
                <a:solidFill>
                  <a:srgbClr val="1F487C"/>
                </a:solidFill>
                <a:latin typeface="Carlito"/>
                <a:cs typeface="Carlito"/>
              </a:rPr>
              <a:t>Successful</a:t>
            </a:r>
            <a:r>
              <a:rPr sz="1400" spc="-55" dirty="0">
                <a:solidFill>
                  <a:srgbClr val="1F487C"/>
                </a:solidFill>
                <a:latin typeface="Carlito"/>
                <a:cs typeface="Carlito"/>
              </a:rPr>
              <a:t> </a:t>
            </a:r>
            <a:r>
              <a:rPr sz="1400" dirty="0">
                <a:solidFill>
                  <a:srgbClr val="1F487C"/>
                </a:solidFill>
                <a:latin typeface="Carlito"/>
                <a:cs typeface="Carlito"/>
              </a:rPr>
              <a:t>live</a:t>
            </a:r>
            <a:r>
              <a:rPr sz="1400" spc="-30" dirty="0">
                <a:solidFill>
                  <a:srgbClr val="1F487C"/>
                </a:solidFill>
                <a:latin typeface="Carlito"/>
                <a:cs typeface="Carlito"/>
              </a:rPr>
              <a:t> </a:t>
            </a:r>
            <a:r>
              <a:rPr sz="1400" dirty="0">
                <a:solidFill>
                  <a:srgbClr val="1F487C"/>
                </a:solidFill>
                <a:latin typeface="Carlito"/>
                <a:cs typeface="Carlito"/>
              </a:rPr>
              <a:t>monitoring</a:t>
            </a:r>
            <a:r>
              <a:rPr sz="1400" spc="-40" dirty="0">
                <a:solidFill>
                  <a:srgbClr val="1F487C"/>
                </a:solidFill>
                <a:latin typeface="Carlito"/>
                <a:cs typeface="Carlito"/>
              </a:rPr>
              <a:t> </a:t>
            </a:r>
            <a:r>
              <a:rPr sz="1400" dirty="0">
                <a:solidFill>
                  <a:srgbClr val="1F487C"/>
                </a:solidFill>
                <a:latin typeface="Carlito"/>
                <a:cs typeface="Carlito"/>
              </a:rPr>
              <a:t>of</a:t>
            </a:r>
            <a:r>
              <a:rPr sz="1400" spc="-45" dirty="0">
                <a:solidFill>
                  <a:srgbClr val="1F487C"/>
                </a:solidFill>
                <a:latin typeface="Carlito"/>
                <a:cs typeface="Carlito"/>
              </a:rPr>
              <a:t> </a:t>
            </a:r>
            <a:r>
              <a:rPr sz="1400" spc="-10" dirty="0">
                <a:solidFill>
                  <a:srgbClr val="1F487C"/>
                </a:solidFill>
                <a:latin typeface="Carlito"/>
                <a:cs typeface="Carlito"/>
              </a:rPr>
              <a:t>temperature,</a:t>
            </a:r>
            <a:r>
              <a:rPr sz="1400" spc="-20" dirty="0">
                <a:solidFill>
                  <a:srgbClr val="1F487C"/>
                </a:solidFill>
                <a:latin typeface="Carlito"/>
                <a:cs typeface="Carlito"/>
              </a:rPr>
              <a:t> </a:t>
            </a:r>
            <a:r>
              <a:rPr sz="1400" spc="-10" dirty="0">
                <a:solidFill>
                  <a:srgbClr val="1F487C"/>
                </a:solidFill>
                <a:latin typeface="Carlito"/>
                <a:cs typeface="Carlito"/>
              </a:rPr>
              <a:t>pressure,</a:t>
            </a:r>
            <a:r>
              <a:rPr sz="1400" spc="-25" dirty="0">
                <a:solidFill>
                  <a:srgbClr val="1F487C"/>
                </a:solidFill>
                <a:latin typeface="Carlito"/>
                <a:cs typeface="Carlito"/>
              </a:rPr>
              <a:t> </a:t>
            </a:r>
            <a:r>
              <a:rPr sz="1400" dirty="0">
                <a:solidFill>
                  <a:srgbClr val="1F487C"/>
                </a:solidFill>
                <a:latin typeface="Carlito"/>
                <a:cs typeface="Carlito"/>
              </a:rPr>
              <a:t>LPG</a:t>
            </a:r>
            <a:r>
              <a:rPr sz="1400" spc="-35" dirty="0">
                <a:solidFill>
                  <a:srgbClr val="1F487C"/>
                </a:solidFill>
                <a:latin typeface="Carlito"/>
                <a:cs typeface="Carlito"/>
              </a:rPr>
              <a:t> </a:t>
            </a:r>
            <a:r>
              <a:rPr sz="1400" dirty="0">
                <a:solidFill>
                  <a:srgbClr val="1F487C"/>
                </a:solidFill>
                <a:latin typeface="Carlito"/>
                <a:cs typeface="Carlito"/>
              </a:rPr>
              <a:t>level,</a:t>
            </a:r>
            <a:r>
              <a:rPr sz="1400" spc="-20" dirty="0">
                <a:solidFill>
                  <a:srgbClr val="1F487C"/>
                </a:solidFill>
                <a:latin typeface="Carlito"/>
                <a:cs typeface="Carlito"/>
              </a:rPr>
              <a:t> </a:t>
            </a:r>
            <a:r>
              <a:rPr sz="1400" dirty="0">
                <a:solidFill>
                  <a:srgbClr val="1F487C"/>
                </a:solidFill>
                <a:latin typeface="Carlito"/>
                <a:cs typeface="Carlito"/>
              </a:rPr>
              <a:t>gas</a:t>
            </a:r>
            <a:r>
              <a:rPr sz="1400" spc="-35" dirty="0">
                <a:solidFill>
                  <a:srgbClr val="1F487C"/>
                </a:solidFill>
                <a:latin typeface="Carlito"/>
                <a:cs typeface="Carlito"/>
              </a:rPr>
              <a:t> </a:t>
            </a:r>
            <a:r>
              <a:rPr sz="1400" spc="-10" dirty="0">
                <a:solidFill>
                  <a:srgbClr val="1F487C"/>
                </a:solidFill>
                <a:latin typeface="Carlito"/>
                <a:cs typeface="Carlito"/>
              </a:rPr>
              <a:t>concentration,</a:t>
            </a:r>
            <a:r>
              <a:rPr sz="1400" spc="-35" dirty="0">
                <a:solidFill>
                  <a:srgbClr val="1F487C"/>
                </a:solidFill>
                <a:latin typeface="Carlito"/>
                <a:cs typeface="Carlito"/>
              </a:rPr>
              <a:t> </a:t>
            </a:r>
            <a:r>
              <a:rPr sz="1400" dirty="0">
                <a:solidFill>
                  <a:srgbClr val="1F487C"/>
                </a:solidFill>
                <a:latin typeface="Carlito"/>
                <a:cs typeface="Carlito"/>
              </a:rPr>
              <a:t>and</a:t>
            </a:r>
            <a:r>
              <a:rPr sz="1400" spc="-30" dirty="0">
                <a:solidFill>
                  <a:srgbClr val="1F487C"/>
                </a:solidFill>
                <a:latin typeface="Carlito"/>
                <a:cs typeface="Carlito"/>
              </a:rPr>
              <a:t> </a:t>
            </a:r>
            <a:r>
              <a:rPr sz="1400" dirty="0">
                <a:solidFill>
                  <a:srgbClr val="1F487C"/>
                </a:solidFill>
                <a:latin typeface="Carlito"/>
                <a:cs typeface="Carlito"/>
              </a:rPr>
              <a:t>smoke</a:t>
            </a:r>
            <a:r>
              <a:rPr sz="1400" spc="-40" dirty="0">
                <a:solidFill>
                  <a:srgbClr val="1F487C"/>
                </a:solidFill>
                <a:latin typeface="Carlito"/>
                <a:cs typeface="Carlito"/>
              </a:rPr>
              <a:t> </a:t>
            </a:r>
            <a:r>
              <a:rPr sz="1400" dirty="0">
                <a:solidFill>
                  <a:srgbClr val="1F487C"/>
                </a:solidFill>
                <a:latin typeface="Carlito"/>
                <a:cs typeface="Carlito"/>
              </a:rPr>
              <a:t>level</a:t>
            </a:r>
            <a:r>
              <a:rPr sz="1400" spc="-35" dirty="0">
                <a:solidFill>
                  <a:srgbClr val="1F487C"/>
                </a:solidFill>
                <a:latin typeface="Carlito"/>
                <a:cs typeface="Carlito"/>
              </a:rPr>
              <a:t> </a:t>
            </a:r>
            <a:r>
              <a:rPr sz="1400" dirty="0">
                <a:solidFill>
                  <a:srgbClr val="1F487C"/>
                </a:solidFill>
                <a:latin typeface="Carlito"/>
                <a:cs typeface="Carlito"/>
              </a:rPr>
              <a:t>on</a:t>
            </a:r>
            <a:r>
              <a:rPr sz="1400" spc="-40" dirty="0">
                <a:solidFill>
                  <a:srgbClr val="1F487C"/>
                </a:solidFill>
                <a:latin typeface="Carlito"/>
                <a:cs typeface="Carlito"/>
              </a:rPr>
              <a:t> </a:t>
            </a:r>
            <a:r>
              <a:rPr sz="1400" dirty="0">
                <a:solidFill>
                  <a:srgbClr val="1F487C"/>
                </a:solidFill>
                <a:latin typeface="Carlito"/>
                <a:cs typeface="Carlito"/>
              </a:rPr>
              <a:t>the</a:t>
            </a:r>
            <a:r>
              <a:rPr sz="1400" spc="-20" dirty="0">
                <a:solidFill>
                  <a:srgbClr val="1F487C"/>
                </a:solidFill>
                <a:latin typeface="Carlito"/>
                <a:cs typeface="Carlito"/>
              </a:rPr>
              <a:t> </a:t>
            </a:r>
            <a:r>
              <a:rPr sz="1400" dirty="0">
                <a:solidFill>
                  <a:srgbClr val="1F487C"/>
                </a:solidFill>
                <a:latin typeface="Carlito"/>
                <a:cs typeface="Carlito"/>
              </a:rPr>
              <a:t>Blynk</a:t>
            </a:r>
            <a:r>
              <a:rPr sz="1400" spc="-45" dirty="0">
                <a:solidFill>
                  <a:srgbClr val="1F487C"/>
                </a:solidFill>
                <a:latin typeface="Carlito"/>
                <a:cs typeface="Carlito"/>
              </a:rPr>
              <a:t> </a:t>
            </a:r>
            <a:r>
              <a:rPr sz="1400" spc="-20" dirty="0">
                <a:solidFill>
                  <a:srgbClr val="1F487C"/>
                </a:solidFill>
                <a:latin typeface="Carlito"/>
                <a:cs typeface="Carlito"/>
              </a:rPr>
              <a:t>app, </a:t>
            </a:r>
            <a:r>
              <a:rPr sz="1400" spc="-10" dirty="0">
                <a:solidFill>
                  <a:srgbClr val="1F487C"/>
                </a:solidFill>
                <a:latin typeface="Carlito"/>
                <a:cs typeface="Carlito"/>
              </a:rPr>
              <a:t>demonstrating effective</a:t>
            </a:r>
            <a:r>
              <a:rPr sz="1400" spc="-15" dirty="0">
                <a:solidFill>
                  <a:srgbClr val="1F487C"/>
                </a:solidFill>
                <a:latin typeface="Carlito"/>
                <a:cs typeface="Carlito"/>
              </a:rPr>
              <a:t> </a:t>
            </a:r>
            <a:r>
              <a:rPr sz="1400" dirty="0">
                <a:solidFill>
                  <a:srgbClr val="1F487C"/>
                </a:solidFill>
                <a:latin typeface="Carlito"/>
                <a:cs typeface="Carlito"/>
              </a:rPr>
              <a:t>IoT</a:t>
            </a:r>
            <a:r>
              <a:rPr sz="1400" spc="-15" dirty="0">
                <a:solidFill>
                  <a:srgbClr val="1F487C"/>
                </a:solidFill>
                <a:latin typeface="Carlito"/>
                <a:cs typeface="Carlito"/>
              </a:rPr>
              <a:t> </a:t>
            </a:r>
            <a:r>
              <a:rPr sz="1400" spc="-10" dirty="0">
                <a:solidFill>
                  <a:srgbClr val="1F487C"/>
                </a:solidFill>
                <a:latin typeface="Carlito"/>
                <a:cs typeface="Carlito"/>
              </a:rPr>
              <a:t>integration.</a:t>
            </a:r>
            <a:endParaRPr sz="1400">
              <a:latin typeface="Carlito"/>
              <a:cs typeface="Carlito"/>
            </a:endParaRPr>
          </a:p>
          <a:p>
            <a:pPr marL="240665" indent="-227965">
              <a:lnSpc>
                <a:spcPct val="100000"/>
              </a:lnSpc>
              <a:spcBef>
                <a:spcPts val="409"/>
              </a:spcBef>
              <a:buFont typeface="Arial"/>
              <a:buChar char="•"/>
              <a:tabLst>
                <a:tab pos="240665" algn="l"/>
              </a:tabLst>
            </a:pPr>
            <a:r>
              <a:rPr sz="1400" b="1" dirty="0">
                <a:solidFill>
                  <a:srgbClr val="1F487C"/>
                </a:solidFill>
                <a:latin typeface="Carlito"/>
                <a:cs typeface="Carlito"/>
              </a:rPr>
              <a:t>Data</a:t>
            </a:r>
            <a:r>
              <a:rPr sz="1400" b="1" spc="-60" dirty="0">
                <a:solidFill>
                  <a:srgbClr val="1F487C"/>
                </a:solidFill>
                <a:latin typeface="Carlito"/>
                <a:cs typeface="Carlito"/>
              </a:rPr>
              <a:t> </a:t>
            </a:r>
            <a:r>
              <a:rPr sz="1400" b="1" spc="-10" dirty="0">
                <a:solidFill>
                  <a:srgbClr val="1F487C"/>
                </a:solidFill>
                <a:latin typeface="Carlito"/>
                <a:cs typeface="Carlito"/>
              </a:rPr>
              <a:t>Logging</a:t>
            </a:r>
            <a:endParaRPr sz="1400">
              <a:latin typeface="Carlito"/>
              <a:cs typeface="Carlito"/>
            </a:endParaRPr>
          </a:p>
          <a:p>
            <a:pPr marL="858519" lvl="1" indent="-228600">
              <a:lnSpc>
                <a:spcPct val="100000"/>
              </a:lnSpc>
              <a:spcBef>
                <a:spcPts val="434"/>
              </a:spcBef>
              <a:buFont typeface="Arial"/>
              <a:buChar char="•"/>
              <a:tabLst>
                <a:tab pos="858519" algn="l"/>
              </a:tabLst>
            </a:pPr>
            <a:r>
              <a:rPr sz="1400" dirty="0">
                <a:solidFill>
                  <a:srgbClr val="1F487C"/>
                </a:solidFill>
                <a:latin typeface="Carlito"/>
                <a:cs typeface="Carlito"/>
              </a:rPr>
              <a:t>Data</a:t>
            </a:r>
            <a:r>
              <a:rPr sz="1400" spc="-35" dirty="0">
                <a:solidFill>
                  <a:srgbClr val="1F487C"/>
                </a:solidFill>
                <a:latin typeface="Carlito"/>
                <a:cs typeface="Carlito"/>
              </a:rPr>
              <a:t> </a:t>
            </a:r>
            <a:r>
              <a:rPr sz="1400" spc="-10" dirty="0">
                <a:solidFill>
                  <a:srgbClr val="1F487C"/>
                </a:solidFill>
                <a:latin typeface="Carlito"/>
                <a:cs typeface="Carlito"/>
              </a:rPr>
              <a:t>recorded</a:t>
            </a:r>
            <a:r>
              <a:rPr sz="1400" spc="-20" dirty="0">
                <a:solidFill>
                  <a:srgbClr val="1F487C"/>
                </a:solidFill>
                <a:latin typeface="Carlito"/>
                <a:cs typeface="Carlito"/>
              </a:rPr>
              <a:t> </a:t>
            </a:r>
            <a:r>
              <a:rPr sz="1400" dirty="0">
                <a:solidFill>
                  <a:srgbClr val="1F487C"/>
                </a:solidFill>
                <a:latin typeface="Carlito"/>
                <a:cs typeface="Carlito"/>
              </a:rPr>
              <a:t>on</a:t>
            </a:r>
            <a:r>
              <a:rPr sz="1400" spc="-35" dirty="0">
                <a:solidFill>
                  <a:srgbClr val="1F487C"/>
                </a:solidFill>
                <a:latin typeface="Carlito"/>
                <a:cs typeface="Carlito"/>
              </a:rPr>
              <a:t> </a:t>
            </a:r>
            <a:r>
              <a:rPr sz="1400" dirty="0">
                <a:solidFill>
                  <a:srgbClr val="1F487C"/>
                </a:solidFill>
                <a:latin typeface="Carlito"/>
                <a:cs typeface="Carlito"/>
              </a:rPr>
              <a:t>the</a:t>
            </a:r>
            <a:r>
              <a:rPr sz="1400" spc="-25" dirty="0">
                <a:solidFill>
                  <a:srgbClr val="1F487C"/>
                </a:solidFill>
                <a:latin typeface="Carlito"/>
                <a:cs typeface="Carlito"/>
              </a:rPr>
              <a:t> </a:t>
            </a:r>
            <a:r>
              <a:rPr sz="1400" dirty="0">
                <a:solidFill>
                  <a:srgbClr val="1F487C"/>
                </a:solidFill>
                <a:latin typeface="Carlito"/>
                <a:cs typeface="Carlito"/>
              </a:rPr>
              <a:t>SD</a:t>
            </a:r>
            <a:r>
              <a:rPr sz="1400" spc="-45" dirty="0">
                <a:solidFill>
                  <a:srgbClr val="1F487C"/>
                </a:solidFill>
                <a:latin typeface="Carlito"/>
                <a:cs typeface="Carlito"/>
              </a:rPr>
              <a:t> </a:t>
            </a:r>
            <a:r>
              <a:rPr sz="1400" dirty="0">
                <a:solidFill>
                  <a:srgbClr val="1F487C"/>
                </a:solidFill>
                <a:latin typeface="Carlito"/>
                <a:cs typeface="Carlito"/>
              </a:rPr>
              <a:t>card</a:t>
            </a:r>
            <a:r>
              <a:rPr sz="1400" spc="-25" dirty="0">
                <a:solidFill>
                  <a:srgbClr val="1F487C"/>
                </a:solidFill>
                <a:latin typeface="Carlito"/>
                <a:cs typeface="Carlito"/>
              </a:rPr>
              <a:t> </a:t>
            </a:r>
            <a:r>
              <a:rPr sz="1400" dirty="0">
                <a:solidFill>
                  <a:srgbClr val="1F487C"/>
                </a:solidFill>
                <a:latin typeface="Carlito"/>
                <a:cs typeface="Carlito"/>
              </a:rPr>
              <a:t>every</a:t>
            </a:r>
            <a:r>
              <a:rPr sz="1400" spc="-30" dirty="0">
                <a:solidFill>
                  <a:srgbClr val="1F487C"/>
                </a:solidFill>
                <a:latin typeface="Carlito"/>
                <a:cs typeface="Carlito"/>
              </a:rPr>
              <a:t> </a:t>
            </a:r>
            <a:r>
              <a:rPr sz="1400" dirty="0">
                <a:solidFill>
                  <a:srgbClr val="1F487C"/>
                </a:solidFill>
                <a:latin typeface="Carlito"/>
                <a:cs typeface="Carlito"/>
              </a:rPr>
              <a:t>5</a:t>
            </a:r>
            <a:r>
              <a:rPr sz="1400" spc="-30" dirty="0">
                <a:solidFill>
                  <a:srgbClr val="1F487C"/>
                </a:solidFill>
                <a:latin typeface="Carlito"/>
                <a:cs typeface="Carlito"/>
              </a:rPr>
              <a:t> </a:t>
            </a:r>
            <a:r>
              <a:rPr sz="1400" dirty="0">
                <a:solidFill>
                  <a:srgbClr val="1F487C"/>
                </a:solidFill>
                <a:latin typeface="Carlito"/>
                <a:cs typeface="Carlito"/>
              </a:rPr>
              <a:t>seconds,</a:t>
            </a:r>
            <a:r>
              <a:rPr sz="1400" spc="-30" dirty="0">
                <a:solidFill>
                  <a:srgbClr val="1F487C"/>
                </a:solidFill>
                <a:latin typeface="Carlito"/>
                <a:cs typeface="Carlito"/>
              </a:rPr>
              <a:t> </a:t>
            </a:r>
            <a:r>
              <a:rPr sz="1400" spc="-10" dirty="0">
                <a:solidFill>
                  <a:srgbClr val="1F487C"/>
                </a:solidFill>
                <a:latin typeface="Carlito"/>
                <a:cs typeface="Carlito"/>
              </a:rPr>
              <a:t>providing</a:t>
            </a:r>
            <a:r>
              <a:rPr sz="1400" spc="-20" dirty="0">
                <a:solidFill>
                  <a:srgbClr val="1F487C"/>
                </a:solidFill>
                <a:latin typeface="Carlito"/>
                <a:cs typeface="Carlito"/>
              </a:rPr>
              <a:t> </a:t>
            </a:r>
            <a:r>
              <a:rPr sz="1400" dirty="0">
                <a:solidFill>
                  <a:srgbClr val="1F487C"/>
                </a:solidFill>
                <a:latin typeface="Carlito"/>
                <a:cs typeface="Carlito"/>
              </a:rPr>
              <a:t>a</a:t>
            </a:r>
            <a:r>
              <a:rPr sz="1400" spc="-30" dirty="0">
                <a:solidFill>
                  <a:srgbClr val="1F487C"/>
                </a:solidFill>
                <a:latin typeface="Carlito"/>
                <a:cs typeface="Carlito"/>
              </a:rPr>
              <a:t> </a:t>
            </a:r>
            <a:r>
              <a:rPr sz="1400" dirty="0">
                <a:solidFill>
                  <a:srgbClr val="1F487C"/>
                </a:solidFill>
                <a:latin typeface="Carlito"/>
                <a:cs typeface="Carlito"/>
              </a:rPr>
              <a:t>continuous</a:t>
            </a:r>
            <a:r>
              <a:rPr sz="1400" spc="-10" dirty="0">
                <a:solidFill>
                  <a:srgbClr val="1F487C"/>
                </a:solidFill>
                <a:latin typeface="Carlito"/>
                <a:cs typeface="Carlito"/>
              </a:rPr>
              <a:t> </a:t>
            </a:r>
            <a:r>
              <a:rPr sz="1400" dirty="0">
                <a:solidFill>
                  <a:srgbClr val="1F487C"/>
                </a:solidFill>
                <a:latin typeface="Carlito"/>
                <a:cs typeface="Carlito"/>
              </a:rPr>
              <a:t>log</a:t>
            </a:r>
            <a:r>
              <a:rPr sz="1400" spc="-40" dirty="0">
                <a:solidFill>
                  <a:srgbClr val="1F487C"/>
                </a:solidFill>
                <a:latin typeface="Carlito"/>
                <a:cs typeface="Carlito"/>
              </a:rPr>
              <a:t> </a:t>
            </a:r>
            <a:r>
              <a:rPr sz="1400" dirty="0">
                <a:solidFill>
                  <a:srgbClr val="1F487C"/>
                </a:solidFill>
                <a:latin typeface="Carlito"/>
                <a:cs typeface="Carlito"/>
              </a:rPr>
              <a:t>for</a:t>
            </a:r>
            <a:r>
              <a:rPr sz="1400" spc="-50" dirty="0">
                <a:solidFill>
                  <a:srgbClr val="1F487C"/>
                </a:solidFill>
                <a:latin typeface="Carlito"/>
                <a:cs typeface="Carlito"/>
              </a:rPr>
              <a:t> </a:t>
            </a:r>
            <a:r>
              <a:rPr sz="1400" spc="-10" dirty="0">
                <a:solidFill>
                  <a:srgbClr val="1F487C"/>
                </a:solidFill>
                <a:latin typeface="Carlito"/>
                <a:cs typeface="Carlito"/>
              </a:rPr>
              <a:t>historical</a:t>
            </a:r>
            <a:r>
              <a:rPr sz="1400" spc="-30" dirty="0">
                <a:solidFill>
                  <a:srgbClr val="1F487C"/>
                </a:solidFill>
                <a:latin typeface="Carlito"/>
                <a:cs typeface="Carlito"/>
              </a:rPr>
              <a:t> </a:t>
            </a:r>
            <a:r>
              <a:rPr sz="1400" spc="-10" dirty="0">
                <a:solidFill>
                  <a:srgbClr val="1F487C"/>
                </a:solidFill>
                <a:latin typeface="Carlito"/>
                <a:cs typeface="Carlito"/>
              </a:rPr>
              <a:t>analysis.</a:t>
            </a:r>
            <a:endParaRPr sz="1400">
              <a:latin typeface="Carlito"/>
              <a:cs typeface="Carlito"/>
            </a:endParaRPr>
          </a:p>
          <a:p>
            <a:pPr marL="240665" indent="-227965">
              <a:lnSpc>
                <a:spcPct val="100000"/>
              </a:lnSpc>
              <a:spcBef>
                <a:spcPts val="434"/>
              </a:spcBef>
              <a:buFont typeface="Arial"/>
              <a:buChar char="•"/>
              <a:tabLst>
                <a:tab pos="240665" algn="l"/>
              </a:tabLst>
            </a:pPr>
            <a:r>
              <a:rPr sz="1400" b="1" spc="-10" dirty="0">
                <a:solidFill>
                  <a:srgbClr val="1F487C"/>
                </a:solidFill>
                <a:latin typeface="Carlito"/>
                <a:cs typeface="Carlito"/>
              </a:rPr>
              <a:t>System</a:t>
            </a:r>
            <a:r>
              <a:rPr sz="1400" b="1" spc="-50" dirty="0">
                <a:solidFill>
                  <a:srgbClr val="1F487C"/>
                </a:solidFill>
                <a:latin typeface="Carlito"/>
                <a:cs typeface="Carlito"/>
              </a:rPr>
              <a:t> </a:t>
            </a:r>
            <a:r>
              <a:rPr sz="1400" b="1" spc="-10" dirty="0">
                <a:solidFill>
                  <a:srgbClr val="1F487C"/>
                </a:solidFill>
                <a:latin typeface="Carlito"/>
                <a:cs typeface="Carlito"/>
              </a:rPr>
              <a:t>Responsiveness</a:t>
            </a:r>
            <a:endParaRPr sz="1400">
              <a:latin typeface="Carlito"/>
              <a:cs typeface="Carlito"/>
            </a:endParaRPr>
          </a:p>
          <a:p>
            <a:pPr marL="858519" marR="5080" lvl="1" indent="-228600">
              <a:lnSpc>
                <a:spcPts val="1510"/>
              </a:lnSpc>
              <a:spcBef>
                <a:spcPts val="620"/>
              </a:spcBef>
              <a:buFont typeface="Arial"/>
              <a:buChar char="•"/>
              <a:tabLst>
                <a:tab pos="858519" algn="l"/>
              </a:tabLst>
            </a:pPr>
            <a:r>
              <a:rPr sz="1400" spc="-10" dirty="0">
                <a:solidFill>
                  <a:srgbClr val="1F487C"/>
                </a:solidFill>
                <a:latin typeface="Carlito"/>
                <a:cs typeface="Carlito"/>
              </a:rPr>
              <a:t>System</a:t>
            </a:r>
            <a:r>
              <a:rPr sz="1400" spc="-55" dirty="0">
                <a:solidFill>
                  <a:srgbClr val="1F487C"/>
                </a:solidFill>
                <a:latin typeface="Carlito"/>
                <a:cs typeface="Carlito"/>
              </a:rPr>
              <a:t> </a:t>
            </a:r>
            <a:r>
              <a:rPr sz="1400" dirty="0">
                <a:solidFill>
                  <a:srgbClr val="1F487C"/>
                </a:solidFill>
                <a:latin typeface="Carlito"/>
                <a:cs typeface="Carlito"/>
              </a:rPr>
              <a:t>showed</a:t>
            </a:r>
            <a:r>
              <a:rPr sz="1400" spc="-55" dirty="0">
                <a:solidFill>
                  <a:srgbClr val="1F487C"/>
                </a:solidFill>
                <a:latin typeface="Carlito"/>
                <a:cs typeface="Carlito"/>
              </a:rPr>
              <a:t> </a:t>
            </a:r>
            <a:r>
              <a:rPr sz="1400" dirty="0">
                <a:solidFill>
                  <a:srgbClr val="1F487C"/>
                </a:solidFill>
                <a:latin typeface="Carlito"/>
                <a:cs typeface="Carlito"/>
              </a:rPr>
              <a:t>prompt</a:t>
            </a:r>
            <a:r>
              <a:rPr sz="1400" spc="-40" dirty="0">
                <a:solidFill>
                  <a:srgbClr val="1F487C"/>
                </a:solidFill>
                <a:latin typeface="Carlito"/>
                <a:cs typeface="Carlito"/>
              </a:rPr>
              <a:t> </a:t>
            </a:r>
            <a:r>
              <a:rPr sz="1400" dirty="0">
                <a:solidFill>
                  <a:srgbClr val="1F487C"/>
                </a:solidFill>
                <a:latin typeface="Carlito"/>
                <a:cs typeface="Carlito"/>
              </a:rPr>
              <a:t>response</a:t>
            </a:r>
            <a:r>
              <a:rPr sz="1400" spc="-25" dirty="0">
                <a:solidFill>
                  <a:srgbClr val="1F487C"/>
                </a:solidFill>
                <a:latin typeface="Carlito"/>
                <a:cs typeface="Carlito"/>
              </a:rPr>
              <a:t> </a:t>
            </a:r>
            <a:r>
              <a:rPr sz="1400" dirty="0">
                <a:solidFill>
                  <a:srgbClr val="1F487C"/>
                </a:solidFill>
                <a:latin typeface="Carlito"/>
                <a:cs typeface="Carlito"/>
              </a:rPr>
              <a:t>to</a:t>
            </a:r>
            <a:r>
              <a:rPr sz="1400" spc="-30" dirty="0">
                <a:solidFill>
                  <a:srgbClr val="1F487C"/>
                </a:solidFill>
                <a:latin typeface="Carlito"/>
                <a:cs typeface="Carlito"/>
              </a:rPr>
              <a:t> </a:t>
            </a:r>
            <a:r>
              <a:rPr sz="1400" dirty="0">
                <a:solidFill>
                  <a:srgbClr val="1F487C"/>
                </a:solidFill>
                <a:latin typeface="Carlito"/>
                <a:cs typeface="Carlito"/>
              </a:rPr>
              <a:t>changes</a:t>
            </a:r>
            <a:r>
              <a:rPr sz="1400" spc="-30" dirty="0">
                <a:solidFill>
                  <a:srgbClr val="1F487C"/>
                </a:solidFill>
                <a:latin typeface="Carlito"/>
                <a:cs typeface="Carlito"/>
              </a:rPr>
              <a:t> </a:t>
            </a:r>
            <a:r>
              <a:rPr sz="1400" dirty="0">
                <a:solidFill>
                  <a:srgbClr val="1F487C"/>
                </a:solidFill>
                <a:latin typeface="Carlito"/>
                <a:cs typeface="Carlito"/>
              </a:rPr>
              <a:t>in</a:t>
            </a:r>
            <a:r>
              <a:rPr sz="1400" spc="-30" dirty="0">
                <a:solidFill>
                  <a:srgbClr val="1F487C"/>
                </a:solidFill>
                <a:latin typeface="Carlito"/>
                <a:cs typeface="Carlito"/>
              </a:rPr>
              <a:t> </a:t>
            </a:r>
            <a:r>
              <a:rPr sz="1400" dirty="0">
                <a:solidFill>
                  <a:srgbClr val="1F487C"/>
                </a:solidFill>
                <a:latin typeface="Carlito"/>
                <a:cs typeface="Carlito"/>
              </a:rPr>
              <a:t>air</a:t>
            </a:r>
            <a:r>
              <a:rPr sz="1400" spc="-35" dirty="0">
                <a:solidFill>
                  <a:srgbClr val="1F487C"/>
                </a:solidFill>
                <a:latin typeface="Carlito"/>
                <a:cs typeface="Carlito"/>
              </a:rPr>
              <a:t> </a:t>
            </a:r>
            <a:r>
              <a:rPr sz="1400" spc="-10" dirty="0">
                <a:solidFill>
                  <a:srgbClr val="1F487C"/>
                </a:solidFill>
                <a:latin typeface="Carlito"/>
                <a:cs typeface="Carlito"/>
              </a:rPr>
              <a:t>quality,</a:t>
            </a:r>
            <a:r>
              <a:rPr sz="1400" spc="-15" dirty="0">
                <a:solidFill>
                  <a:srgbClr val="1F487C"/>
                </a:solidFill>
                <a:latin typeface="Carlito"/>
                <a:cs typeface="Carlito"/>
              </a:rPr>
              <a:t> </a:t>
            </a:r>
            <a:r>
              <a:rPr sz="1400" dirty="0">
                <a:solidFill>
                  <a:srgbClr val="1F487C"/>
                </a:solidFill>
                <a:latin typeface="Carlito"/>
                <a:cs typeface="Carlito"/>
              </a:rPr>
              <a:t>with</a:t>
            </a:r>
            <a:r>
              <a:rPr sz="1400" spc="-45" dirty="0">
                <a:solidFill>
                  <a:srgbClr val="1F487C"/>
                </a:solidFill>
                <a:latin typeface="Carlito"/>
                <a:cs typeface="Carlito"/>
              </a:rPr>
              <a:t> </a:t>
            </a:r>
            <a:r>
              <a:rPr sz="1400" spc="-10" dirty="0">
                <a:solidFill>
                  <a:srgbClr val="1F487C"/>
                </a:solidFill>
                <a:latin typeface="Carlito"/>
                <a:cs typeface="Carlito"/>
              </a:rPr>
              <a:t>accurate</a:t>
            </a:r>
            <a:r>
              <a:rPr sz="1400" spc="-35" dirty="0">
                <a:solidFill>
                  <a:srgbClr val="1F487C"/>
                </a:solidFill>
                <a:latin typeface="Carlito"/>
                <a:cs typeface="Carlito"/>
              </a:rPr>
              <a:t> </a:t>
            </a:r>
            <a:r>
              <a:rPr sz="1400" dirty="0">
                <a:solidFill>
                  <a:srgbClr val="1F487C"/>
                </a:solidFill>
                <a:latin typeface="Carlito"/>
                <a:cs typeface="Carlito"/>
              </a:rPr>
              <a:t>readings</a:t>
            </a:r>
            <a:r>
              <a:rPr sz="1400" spc="-10" dirty="0">
                <a:solidFill>
                  <a:srgbClr val="1F487C"/>
                </a:solidFill>
                <a:latin typeface="Carlito"/>
                <a:cs typeface="Carlito"/>
              </a:rPr>
              <a:t> displayed</a:t>
            </a:r>
            <a:r>
              <a:rPr sz="1400" spc="-25" dirty="0">
                <a:solidFill>
                  <a:srgbClr val="1F487C"/>
                </a:solidFill>
                <a:latin typeface="Carlito"/>
                <a:cs typeface="Carlito"/>
              </a:rPr>
              <a:t> </a:t>
            </a:r>
            <a:r>
              <a:rPr sz="1400" dirty="0">
                <a:solidFill>
                  <a:srgbClr val="1F487C"/>
                </a:solidFill>
                <a:latin typeface="Carlito"/>
                <a:cs typeface="Carlito"/>
              </a:rPr>
              <a:t>in</a:t>
            </a:r>
            <a:r>
              <a:rPr sz="1400" spc="-40" dirty="0">
                <a:solidFill>
                  <a:srgbClr val="1F487C"/>
                </a:solidFill>
                <a:latin typeface="Carlito"/>
                <a:cs typeface="Carlito"/>
              </a:rPr>
              <a:t> </a:t>
            </a:r>
            <a:r>
              <a:rPr sz="1400" spc="-10" dirty="0">
                <a:solidFill>
                  <a:srgbClr val="1F487C"/>
                </a:solidFill>
                <a:latin typeface="Carlito"/>
                <a:cs typeface="Carlito"/>
              </a:rPr>
              <a:t>real-</a:t>
            </a:r>
            <a:r>
              <a:rPr sz="1400" dirty="0">
                <a:solidFill>
                  <a:srgbClr val="1F487C"/>
                </a:solidFill>
                <a:latin typeface="Carlito"/>
                <a:cs typeface="Carlito"/>
              </a:rPr>
              <a:t>time</a:t>
            </a:r>
            <a:r>
              <a:rPr sz="1400" spc="-35" dirty="0">
                <a:solidFill>
                  <a:srgbClr val="1F487C"/>
                </a:solidFill>
                <a:latin typeface="Carlito"/>
                <a:cs typeface="Carlito"/>
              </a:rPr>
              <a:t> </a:t>
            </a:r>
            <a:r>
              <a:rPr sz="1400" dirty="0">
                <a:solidFill>
                  <a:srgbClr val="1F487C"/>
                </a:solidFill>
                <a:latin typeface="Carlito"/>
                <a:cs typeface="Carlito"/>
              </a:rPr>
              <a:t>on</a:t>
            </a:r>
            <a:r>
              <a:rPr sz="1400" spc="-45" dirty="0">
                <a:solidFill>
                  <a:srgbClr val="1F487C"/>
                </a:solidFill>
                <a:latin typeface="Carlito"/>
                <a:cs typeface="Carlito"/>
              </a:rPr>
              <a:t> </a:t>
            </a:r>
            <a:r>
              <a:rPr sz="1400" dirty="0">
                <a:solidFill>
                  <a:srgbClr val="1F487C"/>
                </a:solidFill>
                <a:latin typeface="Carlito"/>
                <a:cs typeface="Carlito"/>
              </a:rPr>
              <a:t>the</a:t>
            </a:r>
            <a:r>
              <a:rPr sz="1400" spc="-30" dirty="0">
                <a:solidFill>
                  <a:srgbClr val="1F487C"/>
                </a:solidFill>
                <a:latin typeface="Carlito"/>
                <a:cs typeface="Carlito"/>
              </a:rPr>
              <a:t> </a:t>
            </a:r>
            <a:r>
              <a:rPr sz="1400" spc="-10" dirty="0">
                <a:solidFill>
                  <a:srgbClr val="1F487C"/>
                </a:solidFill>
                <a:latin typeface="Carlito"/>
                <a:cs typeface="Carlito"/>
              </a:rPr>
              <a:t>mobile </a:t>
            </a:r>
            <a:r>
              <a:rPr sz="1400" spc="-20" dirty="0">
                <a:solidFill>
                  <a:srgbClr val="1F487C"/>
                </a:solidFill>
                <a:latin typeface="Carlito"/>
                <a:cs typeface="Carlito"/>
              </a:rPr>
              <a:t>app.</a:t>
            </a:r>
            <a:endParaRPr sz="1400">
              <a:latin typeface="Carlito"/>
              <a:cs typeface="Carlito"/>
            </a:endParaRPr>
          </a:p>
          <a:p>
            <a:pPr marL="240665" indent="-227965">
              <a:lnSpc>
                <a:spcPct val="100000"/>
              </a:lnSpc>
              <a:spcBef>
                <a:spcPts val="415"/>
              </a:spcBef>
              <a:buFont typeface="Arial"/>
              <a:buChar char="•"/>
              <a:tabLst>
                <a:tab pos="240665" algn="l"/>
              </a:tabLst>
            </a:pPr>
            <a:r>
              <a:rPr sz="1400" b="1" spc="-20" dirty="0">
                <a:solidFill>
                  <a:srgbClr val="1F487C"/>
                </a:solidFill>
                <a:latin typeface="Carlito"/>
                <a:cs typeface="Carlito"/>
              </a:rPr>
              <a:t>Testing</a:t>
            </a:r>
            <a:r>
              <a:rPr sz="1400" b="1" spc="-35" dirty="0">
                <a:solidFill>
                  <a:srgbClr val="1F487C"/>
                </a:solidFill>
                <a:latin typeface="Carlito"/>
                <a:cs typeface="Carlito"/>
              </a:rPr>
              <a:t> </a:t>
            </a:r>
            <a:r>
              <a:rPr sz="1400" b="1" dirty="0">
                <a:solidFill>
                  <a:srgbClr val="1F487C"/>
                </a:solidFill>
                <a:latin typeface="Carlito"/>
                <a:cs typeface="Carlito"/>
              </a:rPr>
              <a:t>and</a:t>
            </a:r>
            <a:r>
              <a:rPr sz="1400" b="1" spc="-30" dirty="0">
                <a:solidFill>
                  <a:srgbClr val="1F487C"/>
                </a:solidFill>
                <a:latin typeface="Carlito"/>
                <a:cs typeface="Carlito"/>
              </a:rPr>
              <a:t> </a:t>
            </a:r>
            <a:r>
              <a:rPr sz="1400" b="1" spc="-10" dirty="0">
                <a:solidFill>
                  <a:srgbClr val="1F487C"/>
                </a:solidFill>
                <a:latin typeface="Carlito"/>
                <a:cs typeface="Carlito"/>
              </a:rPr>
              <a:t>Validation</a:t>
            </a:r>
            <a:endParaRPr sz="1400">
              <a:latin typeface="Carlito"/>
              <a:cs typeface="Carlito"/>
            </a:endParaRPr>
          </a:p>
          <a:p>
            <a:pPr marL="858519" lvl="1" indent="-228600">
              <a:lnSpc>
                <a:spcPct val="100000"/>
              </a:lnSpc>
              <a:spcBef>
                <a:spcPts val="430"/>
              </a:spcBef>
              <a:buFont typeface="Arial"/>
              <a:buChar char="•"/>
              <a:tabLst>
                <a:tab pos="858519" algn="l"/>
              </a:tabLst>
            </a:pPr>
            <a:r>
              <a:rPr sz="1400" dirty="0">
                <a:solidFill>
                  <a:srgbClr val="1F487C"/>
                </a:solidFill>
                <a:latin typeface="Carlito"/>
                <a:cs typeface="Carlito"/>
              </a:rPr>
              <a:t>A</a:t>
            </a:r>
            <a:r>
              <a:rPr sz="1400" spc="-25" dirty="0">
                <a:solidFill>
                  <a:srgbClr val="1F487C"/>
                </a:solidFill>
                <a:latin typeface="Carlito"/>
                <a:cs typeface="Carlito"/>
              </a:rPr>
              <a:t> </a:t>
            </a:r>
            <a:r>
              <a:rPr sz="1400" dirty="0">
                <a:solidFill>
                  <a:srgbClr val="1F487C"/>
                </a:solidFill>
                <a:latin typeface="Carlito"/>
                <a:cs typeface="Carlito"/>
              </a:rPr>
              <a:t>video</a:t>
            </a:r>
            <a:r>
              <a:rPr sz="1400" spc="-25" dirty="0">
                <a:solidFill>
                  <a:srgbClr val="1F487C"/>
                </a:solidFill>
                <a:latin typeface="Carlito"/>
                <a:cs typeface="Carlito"/>
              </a:rPr>
              <a:t> </a:t>
            </a:r>
            <a:r>
              <a:rPr sz="1400" dirty="0">
                <a:solidFill>
                  <a:srgbClr val="1F487C"/>
                </a:solidFill>
                <a:latin typeface="Carlito"/>
                <a:cs typeface="Carlito"/>
              </a:rPr>
              <a:t>of</a:t>
            </a:r>
            <a:r>
              <a:rPr sz="1400" spc="-35" dirty="0">
                <a:solidFill>
                  <a:srgbClr val="1F487C"/>
                </a:solidFill>
                <a:latin typeface="Carlito"/>
                <a:cs typeface="Carlito"/>
              </a:rPr>
              <a:t> </a:t>
            </a:r>
            <a:r>
              <a:rPr sz="1400" dirty="0">
                <a:solidFill>
                  <a:srgbClr val="1F487C"/>
                </a:solidFill>
                <a:latin typeface="Carlito"/>
                <a:cs typeface="Carlito"/>
              </a:rPr>
              <a:t>the</a:t>
            </a:r>
            <a:r>
              <a:rPr sz="1400" spc="-15" dirty="0">
                <a:solidFill>
                  <a:srgbClr val="1F487C"/>
                </a:solidFill>
                <a:latin typeface="Carlito"/>
                <a:cs typeface="Carlito"/>
              </a:rPr>
              <a:t> </a:t>
            </a:r>
            <a:r>
              <a:rPr sz="1400" dirty="0">
                <a:solidFill>
                  <a:srgbClr val="1F487C"/>
                </a:solidFill>
                <a:latin typeface="Carlito"/>
                <a:cs typeface="Carlito"/>
              </a:rPr>
              <a:t>project</a:t>
            </a:r>
            <a:r>
              <a:rPr sz="1400" spc="-30" dirty="0">
                <a:solidFill>
                  <a:srgbClr val="1F487C"/>
                </a:solidFill>
                <a:latin typeface="Carlito"/>
                <a:cs typeface="Carlito"/>
              </a:rPr>
              <a:t> </a:t>
            </a:r>
            <a:r>
              <a:rPr sz="1400" dirty="0">
                <a:solidFill>
                  <a:srgbClr val="1F487C"/>
                </a:solidFill>
                <a:latin typeface="Carlito"/>
                <a:cs typeface="Carlito"/>
              </a:rPr>
              <a:t>test</a:t>
            </a:r>
            <a:r>
              <a:rPr sz="1400" spc="-25" dirty="0">
                <a:solidFill>
                  <a:srgbClr val="1F487C"/>
                </a:solidFill>
                <a:latin typeface="Carlito"/>
                <a:cs typeface="Carlito"/>
              </a:rPr>
              <a:t> </a:t>
            </a:r>
            <a:r>
              <a:rPr sz="1400" dirty="0">
                <a:solidFill>
                  <a:srgbClr val="1F487C"/>
                </a:solidFill>
                <a:latin typeface="Carlito"/>
                <a:cs typeface="Carlito"/>
              </a:rPr>
              <a:t>has</a:t>
            </a:r>
            <a:r>
              <a:rPr sz="1400" spc="-15" dirty="0">
                <a:solidFill>
                  <a:srgbClr val="1F487C"/>
                </a:solidFill>
                <a:latin typeface="Carlito"/>
                <a:cs typeface="Carlito"/>
              </a:rPr>
              <a:t> </a:t>
            </a:r>
            <a:r>
              <a:rPr sz="1400" dirty="0">
                <a:solidFill>
                  <a:srgbClr val="1F487C"/>
                </a:solidFill>
                <a:latin typeface="Carlito"/>
                <a:cs typeface="Carlito"/>
              </a:rPr>
              <a:t>been</a:t>
            </a:r>
            <a:r>
              <a:rPr sz="1400" spc="-30" dirty="0">
                <a:solidFill>
                  <a:srgbClr val="1F487C"/>
                </a:solidFill>
                <a:latin typeface="Carlito"/>
                <a:cs typeface="Carlito"/>
              </a:rPr>
              <a:t> </a:t>
            </a:r>
            <a:r>
              <a:rPr sz="1400" spc="-10" dirty="0">
                <a:solidFill>
                  <a:srgbClr val="1F487C"/>
                </a:solidFill>
                <a:latin typeface="Carlito"/>
                <a:cs typeface="Carlito"/>
              </a:rPr>
              <a:t>recorded,</a:t>
            </a:r>
            <a:r>
              <a:rPr sz="1400" spc="-15" dirty="0">
                <a:solidFill>
                  <a:srgbClr val="1F487C"/>
                </a:solidFill>
                <a:latin typeface="Carlito"/>
                <a:cs typeface="Carlito"/>
              </a:rPr>
              <a:t> </a:t>
            </a:r>
            <a:r>
              <a:rPr sz="1400" spc="-10" dirty="0">
                <a:solidFill>
                  <a:srgbClr val="1F487C"/>
                </a:solidFill>
                <a:latin typeface="Carlito"/>
                <a:cs typeface="Carlito"/>
              </a:rPr>
              <a:t>demonstrating</a:t>
            </a:r>
            <a:r>
              <a:rPr sz="1400" spc="-20" dirty="0">
                <a:solidFill>
                  <a:srgbClr val="1F487C"/>
                </a:solidFill>
                <a:latin typeface="Carlito"/>
                <a:cs typeface="Carlito"/>
              </a:rPr>
              <a:t> </a:t>
            </a:r>
            <a:r>
              <a:rPr sz="1400" spc="-10" dirty="0">
                <a:solidFill>
                  <a:srgbClr val="1F487C"/>
                </a:solidFill>
                <a:latin typeface="Carlito"/>
                <a:cs typeface="Carlito"/>
              </a:rPr>
              <a:t>system</a:t>
            </a:r>
            <a:r>
              <a:rPr sz="1400" spc="-40" dirty="0">
                <a:solidFill>
                  <a:srgbClr val="1F487C"/>
                </a:solidFill>
                <a:latin typeface="Carlito"/>
                <a:cs typeface="Carlito"/>
              </a:rPr>
              <a:t> </a:t>
            </a:r>
            <a:r>
              <a:rPr sz="1400" spc="-10" dirty="0">
                <a:solidFill>
                  <a:srgbClr val="1F487C"/>
                </a:solidFill>
                <a:latin typeface="Carlito"/>
                <a:cs typeface="Carlito"/>
              </a:rPr>
              <a:t>functionality </a:t>
            </a:r>
            <a:r>
              <a:rPr sz="1400" dirty="0">
                <a:solidFill>
                  <a:srgbClr val="1F487C"/>
                </a:solidFill>
                <a:latin typeface="Carlito"/>
                <a:cs typeface="Carlito"/>
              </a:rPr>
              <a:t>and</a:t>
            </a:r>
            <a:r>
              <a:rPr sz="1400" spc="-30" dirty="0">
                <a:solidFill>
                  <a:srgbClr val="1F487C"/>
                </a:solidFill>
                <a:latin typeface="Carlito"/>
                <a:cs typeface="Carlito"/>
              </a:rPr>
              <a:t> </a:t>
            </a:r>
            <a:r>
              <a:rPr sz="1400" spc="-10" dirty="0">
                <a:solidFill>
                  <a:srgbClr val="1F487C"/>
                </a:solidFill>
                <a:latin typeface="Carlito"/>
                <a:cs typeface="Carlito"/>
              </a:rPr>
              <a:t>response.</a:t>
            </a:r>
            <a:endParaRPr sz="1400">
              <a:latin typeface="Carlito"/>
              <a:cs typeface="Carlito"/>
            </a:endParaRPr>
          </a:p>
        </p:txBody>
      </p:sp>
      <p:grpSp>
        <p:nvGrpSpPr>
          <p:cNvPr id="5" name="object 5"/>
          <p:cNvGrpSpPr/>
          <p:nvPr/>
        </p:nvGrpSpPr>
        <p:grpSpPr>
          <a:xfrm>
            <a:off x="9828403" y="2979619"/>
            <a:ext cx="2364105" cy="3878579"/>
            <a:chOff x="9828403" y="2979619"/>
            <a:chExt cx="2364105" cy="3878579"/>
          </a:xfrm>
        </p:grpSpPr>
        <p:pic>
          <p:nvPicPr>
            <p:cNvPr id="6" name="object 6"/>
            <p:cNvPicPr/>
            <p:nvPr/>
          </p:nvPicPr>
          <p:blipFill>
            <a:blip r:embed="rId3" cstate="print"/>
            <a:stretch>
              <a:fillRect/>
            </a:stretch>
          </p:blipFill>
          <p:spPr>
            <a:xfrm>
              <a:off x="9828403" y="2979619"/>
              <a:ext cx="2363597" cy="3878378"/>
            </a:xfrm>
            <a:prstGeom prst="rect">
              <a:avLst/>
            </a:prstGeom>
          </p:spPr>
        </p:pic>
        <p:pic>
          <p:nvPicPr>
            <p:cNvPr id="7" name="object 7"/>
            <p:cNvPicPr/>
            <p:nvPr/>
          </p:nvPicPr>
          <p:blipFill>
            <a:blip r:embed="rId4" cstate="print"/>
            <a:stretch>
              <a:fillRect/>
            </a:stretch>
          </p:blipFill>
          <p:spPr>
            <a:xfrm>
              <a:off x="10024872" y="3016160"/>
              <a:ext cx="2167128" cy="3841838"/>
            </a:xfrm>
            <a:prstGeom prst="rect">
              <a:avLst/>
            </a:prstGeom>
          </p:spPr>
        </p:pic>
      </p:grpSp>
      <p:sp>
        <p:nvSpPr>
          <p:cNvPr id="8" name="object 8"/>
          <p:cNvSpPr txBox="1"/>
          <p:nvPr/>
        </p:nvSpPr>
        <p:spPr>
          <a:xfrm>
            <a:off x="5260085" y="4834890"/>
            <a:ext cx="1671955" cy="623889"/>
          </a:xfrm>
          <a:prstGeom prst="rect">
            <a:avLst/>
          </a:prstGeom>
          <a:ln w="25400">
            <a:solidFill>
              <a:srgbClr val="FF0000"/>
            </a:solidFill>
          </a:ln>
        </p:spPr>
        <p:txBody>
          <a:bodyPr vert="horz" wrap="square" lIns="0" tIns="191135" rIns="0" bIns="0" rtlCol="0">
            <a:spAutoFit/>
          </a:bodyPr>
          <a:lstStyle/>
          <a:p>
            <a:pPr marL="99695" marR="93980" indent="83820">
              <a:lnSpc>
                <a:spcPct val="100000"/>
              </a:lnSpc>
              <a:spcBef>
                <a:spcPts val="1505"/>
              </a:spcBef>
            </a:pPr>
            <a:r>
              <a:rPr sz="1400" i="1" dirty="0">
                <a:solidFill>
                  <a:srgbClr val="001F5F"/>
                </a:solidFill>
                <a:latin typeface="Carlito"/>
                <a:cs typeface="Carlito"/>
                <a:hlinkClick r:id="rId5"/>
              </a:rPr>
              <a:t>Ctrl</a:t>
            </a:r>
            <a:r>
              <a:rPr sz="1400" i="1" spc="-10" dirty="0">
                <a:solidFill>
                  <a:srgbClr val="001F5F"/>
                </a:solidFill>
                <a:latin typeface="Carlito"/>
                <a:cs typeface="Carlito"/>
                <a:hlinkClick r:id="rId5"/>
              </a:rPr>
              <a:t> </a:t>
            </a:r>
            <a:r>
              <a:rPr sz="1400" i="1" dirty="0">
                <a:solidFill>
                  <a:srgbClr val="001F5F"/>
                </a:solidFill>
                <a:latin typeface="Carlito"/>
                <a:cs typeface="Carlito"/>
                <a:hlinkClick r:id="rId5"/>
              </a:rPr>
              <a:t>+</a:t>
            </a:r>
            <a:r>
              <a:rPr sz="1400" i="1" spc="-25" dirty="0">
                <a:solidFill>
                  <a:srgbClr val="001F5F"/>
                </a:solidFill>
                <a:latin typeface="Carlito"/>
                <a:cs typeface="Carlito"/>
                <a:hlinkClick r:id="rId5"/>
              </a:rPr>
              <a:t> </a:t>
            </a:r>
            <a:r>
              <a:rPr sz="1400" i="1" dirty="0">
                <a:solidFill>
                  <a:srgbClr val="001F5F"/>
                </a:solidFill>
                <a:latin typeface="Carlito"/>
                <a:cs typeface="Carlito"/>
                <a:hlinkClick r:id="rId5"/>
              </a:rPr>
              <a:t>Click</a:t>
            </a:r>
            <a:r>
              <a:rPr sz="1400" i="1" spc="-10" dirty="0">
                <a:solidFill>
                  <a:srgbClr val="001F5F"/>
                </a:solidFill>
                <a:latin typeface="Carlito"/>
                <a:cs typeface="Carlito"/>
                <a:hlinkClick r:id="rId5"/>
              </a:rPr>
              <a:t> </a:t>
            </a:r>
            <a:r>
              <a:rPr sz="1400" i="1" dirty="0">
                <a:solidFill>
                  <a:srgbClr val="001F5F"/>
                </a:solidFill>
                <a:latin typeface="Carlito"/>
                <a:cs typeface="Carlito"/>
                <a:hlinkClick r:id="rId5"/>
              </a:rPr>
              <a:t>here</a:t>
            </a:r>
            <a:r>
              <a:rPr sz="1400" i="1" spc="-45" dirty="0">
                <a:solidFill>
                  <a:srgbClr val="001F5F"/>
                </a:solidFill>
                <a:latin typeface="Carlito"/>
                <a:cs typeface="Carlito"/>
                <a:hlinkClick r:id="rId5"/>
              </a:rPr>
              <a:t> </a:t>
            </a:r>
            <a:r>
              <a:rPr sz="1400" i="1" spc="-25" dirty="0">
                <a:solidFill>
                  <a:srgbClr val="001F5F"/>
                </a:solidFill>
                <a:latin typeface="Carlito"/>
                <a:cs typeface="Carlito"/>
                <a:hlinkClick r:id="rId5"/>
              </a:rPr>
              <a:t>to </a:t>
            </a:r>
            <a:r>
              <a:rPr sz="1400" i="1" dirty="0">
                <a:solidFill>
                  <a:srgbClr val="001F5F"/>
                </a:solidFill>
                <a:latin typeface="Carlito"/>
                <a:cs typeface="Carlito"/>
                <a:hlinkClick r:id="rId5"/>
              </a:rPr>
              <a:t>redirect</a:t>
            </a:r>
            <a:r>
              <a:rPr sz="1400" i="1" spc="-25" dirty="0">
                <a:solidFill>
                  <a:srgbClr val="001F5F"/>
                </a:solidFill>
                <a:latin typeface="Carlito"/>
                <a:cs typeface="Carlito"/>
                <a:hlinkClick r:id="rId5"/>
              </a:rPr>
              <a:t> </a:t>
            </a:r>
            <a:r>
              <a:rPr sz="1400" i="1" dirty="0">
                <a:solidFill>
                  <a:srgbClr val="001F5F"/>
                </a:solidFill>
                <a:latin typeface="Carlito"/>
                <a:cs typeface="Carlito"/>
                <a:hlinkClick r:id="rId5"/>
              </a:rPr>
              <a:t>to</a:t>
            </a:r>
            <a:r>
              <a:rPr sz="1400" i="1" spc="-25" dirty="0">
                <a:solidFill>
                  <a:srgbClr val="001F5F"/>
                </a:solidFill>
                <a:latin typeface="Carlito"/>
                <a:cs typeface="Carlito"/>
                <a:hlinkClick r:id="rId5"/>
              </a:rPr>
              <a:t> </a:t>
            </a:r>
            <a:r>
              <a:rPr sz="1400" i="1" dirty="0">
                <a:solidFill>
                  <a:srgbClr val="001F5F"/>
                </a:solidFill>
                <a:latin typeface="Carlito"/>
                <a:cs typeface="Carlito"/>
                <a:hlinkClick r:id="rId5"/>
              </a:rPr>
              <a:t>the</a:t>
            </a:r>
            <a:r>
              <a:rPr sz="1400" i="1" spc="-15" dirty="0">
                <a:solidFill>
                  <a:srgbClr val="001F5F"/>
                </a:solidFill>
                <a:latin typeface="Carlito"/>
                <a:cs typeface="Carlito"/>
                <a:hlinkClick r:id="rId5"/>
              </a:rPr>
              <a:t> </a:t>
            </a:r>
            <a:r>
              <a:rPr sz="1400" i="1" spc="-10" dirty="0">
                <a:solidFill>
                  <a:srgbClr val="001F5F"/>
                </a:solidFill>
                <a:latin typeface="Carlito"/>
                <a:cs typeface="Carlito"/>
                <a:hlinkClick r:id="rId5"/>
              </a:rPr>
              <a:t>Video</a:t>
            </a:r>
            <a:endParaRPr lang="en-IN" sz="1400" i="1" spc="-10" dirty="0">
              <a:solidFill>
                <a:srgbClr val="001F5F"/>
              </a:solidFill>
              <a:latin typeface="Carlito"/>
              <a:cs typeface="Carlito"/>
            </a:endParaRPr>
          </a:p>
        </p:txBody>
      </p:sp>
      <p:sp>
        <p:nvSpPr>
          <p:cNvPr id="9" name="object 9"/>
          <p:cNvSpPr txBox="1"/>
          <p:nvPr/>
        </p:nvSpPr>
        <p:spPr>
          <a:xfrm>
            <a:off x="2621278" y="5795228"/>
            <a:ext cx="6945249" cy="423193"/>
          </a:xfrm>
          <a:prstGeom prst="rect">
            <a:avLst/>
          </a:prstGeom>
        </p:spPr>
        <p:txBody>
          <a:bodyPr vert="horz" wrap="square" lIns="0" tIns="12700" rIns="0" bIns="0" rtlCol="0">
            <a:spAutoFit/>
          </a:bodyPr>
          <a:lstStyle/>
          <a:p>
            <a:pPr marL="635" algn="ctr">
              <a:lnSpc>
                <a:spcPts val="1595"/>
              </a:lnSpc>
              <a:spcBef>
                <a:spcPts val="100"/>
              </a:spcBef>
            </a:pPr>
            <a:r>
              <a:rPr sz="1400" i="1" dirty="0">
                <a:solidFill>
                  <a:srgbClr val="1F487C"/>
                </a:solidFill>
                <a:latin typeface="Carlito"/>
                <a:cs typeface="Carlito"/>
              </a:rPr>
              <a:t>(or</a:t>
            </a:r>
            <a:r>
              <a:rPr sz="1400" i="1" spc="-50" dirty="0">
                <a:solidFill>
                  <a:srgbClr val="1F487C"/>
                </a:solidFill>
                <a:latin typeface="Carlito"/>
                <a:cs typeface="Carlito"/>
              </a:rPr>
              <a:t> </a:t>
            </a:r>
            <a:r>
              <a:rPr sz="1400" i="1" dirty="0">
                <a:solidFill>
                  <a:srgbClr val="1F487C"/>
                </a:solidFill>
                <a:latin typeface="Carlito"/>
                <a:cs typeface="Carlito"/>
              </a:rPr>
              <a:t>copy</a:t>
            </a:r>
            <a:r>
              <a:rPr sz="1400" i="1" spc="-30" dirty="0">
                <a:solidFill>
                  <a:srgbClr val="1F487C"/>
                </a:solidFill>
                <a:latin typeface="Carlito"/>
                <a:cs typeface="Carlito"/>
              </a:rPr>
              <a:t> </a:t>
            </a:r>
            <a:r>
              <a:rPr sz="1400" i="1" dirty="0">
                <a:solidFill>
                  <a:srgbClr val="1F487C"/>
                </a:solidFill>
                <a:latin typeface="Carlito"/>
                <a:cs typeface="Carlito"/>
              </a:rPr>
              <a:t>paste</a:t>
            </a:r>
            <a:r>
              <a:rPr sz="1400" i="1" spc="-35" dirty="0">
                <a:solidFill>
                  <a:srgbClr val="1F487C"/>
                </a:solidFill>
                <a:latin typeface="Carlito"/>
                <a:cs typeface="Carlito"/>
              </a:rPr>
              <a:t> </a:t>
            </a:r>
            <a:r>
              <a:rPr sz="1400" i="1" spc="-10" dirty="0">
                <a:solidFill>
                  <a:srgbClr val="1F487C"/>
                </a:solidFill>
                <a:latin typeface="Carlito"/>
                <a:cs typeface="Carlito"/>
              </a:rPr>
              <a:t>link):</a:t>
            </a:r>
            <a:endParaRPr sz="1400" dirty="0">
              <a:latin typeface="Carlito"/>
              <a:cs typeface="Carlito"/>
            </a:endParaRPr>
          </a:p>
          <a:p>
            <a:pPr algn="ctr">
              <a:lnSpc>
                <a:spcPts val="1595"/>
              </a:lnSpc>
            </a:pPr>
            <a:r>
              <a:rPr lang="en-IN" sz="1400" i="1" spc="-10" dirty="0">
                <a:solidFill>
                  <a:srgbClr val="1F487C"/>
                </a:solidFill>
                <a:latin typeface="Carlito"/>
                <a:cs typeface="Carlito"/>
              </a:rPr>
              <a:t>https://drive.google.com/file/d/18byQ9v7wR8aLm_dq0yQSkwy9s2eVX4WH/view?usp=drivesdk</a:t>
            </a:r>
            <a:endParaRPr sz="1400" dirty="0">
              <a:latin typeface="Carlito"/>
              <a:cs typeface="Carl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3678" y="634111"/>
            <a:ext cx="5643880" cy="513715"/>
          </a:xfrm>
          <a:prstGeom prst="rect">
            <a:avLst/>
          </a:prstGeom>
        </p:spPr>
        <p:txBody>
          <a:bodyPr vert="horz" wrap="square" lIns="0" tIns="13335" rIns="0" bIns="0" rtlCol="0">
            <a:spAutoFit/>
          </a:bodyPr>
          <a:lstStyle/>
          <a:p>
            <a:pPr marL="12700">
              <a:lnSpc>
                <a:spcPct val="100000"/>
              </a:lnSpc>
              <a:spcBef>
                <a:spcPts val="105"/>
              </a:spcBef>
            </a:pPr>
            <a:r>
              <a:rPr sz="3200" spc="-20" dirty="0">
                <a:solidFill>
                  <a:srgbClr val="1F487C"/>
                </a:solidFill>
              </a:rPr>
              <a:t>CONCLUSION</a:t>
            </a:r>
            <a:r>
              <a:rPr sz="3200" spc="-50" dirty="0">
                <a:solidFill>
                  <a:srgbClr val="1F487C"/>
                </a:solidFill>
              </a:rPr>
              <a:t> </a:t>
            </a:r>
            <a:r>
              <a:rPr sz="3200" dirty="0">
                <a:solidFill>
                  <a:srgbClr val="1F487C"/>
                </a:solidFill>
              </a:rPr>
              <a:t>AND</a:t>
            </a:r>
            <a:r>
              <a:rPr sz="3200" spc="-60" dirty="0">
                <a:solidFill>
                  <a:srgbClr val="1F487C"/>
                </a:solidFill>
              </a:rPr>
              <a:t> </a:t>
            </a:r>
            <a:r>
              <a:rPr sz="3200" dirty="0">
                <a:solidFill>
                  <a:srgbClr val="1F487C"/>
                </a:solidFill>
              </a:rPr>
              <a:t>FUTURE</a:t>
            </a:r>
            <a:r>
              <a:rPr sz="3200" spc="-60" dirty="0">
                <a:solidFill>
                  <a:srgbClr val="1F487C"/>
                </a:solidFill>
              </a:rPr>
              <a:t> </a:t>
            </a:r>
            <a:r>
              <a:rPr sz="3200" spc="-20" dirty="0">
                <a:solidFill>
                  <a:srgbClr val="1F487C"/>
                </a:solidFill>
              </a:rPr>
              <a:t>WORK</a:t>
            </a:r>
            <a:endParaRPr sz="3200"/>
          </a:p>
        </p:txBody>
      </p:sp>
      <p:pic>
        <p:nvPicPr>
          <p:cNvPr id="3" name="object 3"/>
          <p:cNvPicPr/>
          <p:nvPr/>
        </p:nvPicPr>
        <p:blipFill>
          <a:blip r:embed="rId2" cstate="print"/>
          <a:stretch>
            <a:fillRect/>
          </a:stretch>
        </p:blipFill>
        <p:spPr>
          <a:xfrm>
            <a:off x="0" y="0"/>
            <a:ext cx="3346704" cy="2511499"/>
          </a:xfrm>
          <a:prstGeom prst="rect">
            <a:avLst/>
          </a:prstGeom>
        </p:spPr>
      </p:pic>
      <p:sp>
        <p:nvSpPr>
          <p:cNvPr id="4" name="object 4"/>
          <p:cNvSpPr txBox="1"/>
          <p:nvPr/>
        </p:nvSpPr>
        <p:spPr>
          <a:xfrm>
            <a:off x="2154173" y="1487285"/>
            <a:ext cx="7886700" cy="5207635"/>
          </a:xfrm>
          <a:prstGeom prst="rect">
            <a:avLst/>
          </a:prstGeom>
        </p:spPr>
        <p:txBody>
          <a:bodyPr vert="horz" wrap="square" lIns="0" tIns="88265" rIns="0" bIns="0" rtlCol="0">
            <a:spAutoFit/>
          </a:bodyPr>
          <a:lstStyle/>
          <a:p>
            <a:pPr marL="12700">
              <a:lnSpc>
                <a:spcPct val="100000"/>
              </a:lnSpc>
              <a:spcBef>
                <a:spcPts val="695"/>
              </a:spcBef>
            </a:pPr>
            <a:r>
              <a:rPr sz="2000" b="1" spc="-10" dirty="0">
                <a:solidFill>
                  <a:srgbClr val="1F487C"/>
                </a:solidFill>
                <a:latin typeface="Carlito"/>
                <a:cs typeface="Carlito"/>
              </a:rPr>
              <a:t>Conclusion</a:t>
            </a:r>
            <a:endParaRPr sz="2000">
              <a:latin typeface="Carlito"/>
              <a:cs typeface="Carlito"/>
            </a:endParaRPr>
          </a:p>
          <a:p>
            <a:pPr marL="1041400" marR="5080" indent="-285115">
              <a:lnSpc>
                <a:spcPct val="100000"/>
              </a:lnSpc>
              <a:spcBef>
                <a:spcPts val="600"/>
              </a:spcBef>
              <a:buFont typeface="Arial"/>
              <a:buChar char="•"/>
              <a:tabLst>
                <a:tab pos="1041400" algn="l"/>
              </a:tabLst>
            </a:pPr>
            <a:r>
              <a:rPr sz="2000" spc="-10" dirty="0">
                <a:solidFill>
                  <a:srgbClr val="1F487C"/>
                </a:solidFill>
                <a:latin typeface="Carlito"/>
                <a:cs typeface="Carlito"/>
              </a:rPr>
              <a:t>Successfully</a:t>
            </a:r>
            <a:r>
              <a:rPr sz="2000" spc="-35" dirty="0">
                <a:solidFill>
                  <a:srgbClr val="1F487C"/>
                </a:solidFill>
                <a:latin typeface="Carlito"/>
                <a:cs typeface="Carlito"/>
              </a:rPr>
              <a:t> </a:t>
            </a:r>
            <a:r>
              <a:rPr sz="2000" dirty="0">
                <a:solidFill>
                  <a:srgbClr val="1F487C"/>
                </a:solidFill>
                <a:latin typeface="Carlito"/>
                <a:cs typeface="Carlito"/>
              </a:rPr>
              <a:t>developed</a:t>
            </a:r>
            <a:r>
              <a:rPr sz="2000" spc="-30" dirty="0">
                <a:solidFill>
                  <a:srgbClr val="1F487C"/>
                </a:solidFill>
                <a:latin typeface="Carlito"/>
                <a:cs typeface="Carlito"/>
              </a:rPr>
              <a:t> </a:t>
            </a:r>
            <a:r>
              <a:rPr sz="2000" dirty="0">
                <a:solidFill>
                  <a:srgbClr val="1F487C"/>
                </a:solidFill>
                <a:latin typeface="Carlito"/>
                <a:cs typeface="Carlito"/>
              </a:rPr>
              <a:t>an</a:t>
            </a:r>
            <a:r>
              <a:rPr sz="2000" spc="-35" dirty="0">
                <a:solidFill>
                  <a:srgbClr val="1F487C"/>
                </a:solidFill>
                <a:latin typeface="Carlito"/>
                <a:cs typeface="Carlito"/>
              </a:rPr>
              <a:t> </a:t>
            </a:r>
            <a:r>
              <a:rPr sz="2000" spc="-10" dirty="0">
                <a:solidFill>
                  <a:srgbClr val="1F487C"/>
                </a:solidFill>
                <a:latin typeface="Carlito"/>
                <a:cs typeface="Carlito"/>
              </a:rPr>
              <a:t>IoT-</a:t>
            </a:r>
            <a:r>
              <a:rPr sz="2000" dirty="0">
                <a:solidFill>
                  <a:srgbClr val="1F487C"/>
                </a:solidFill>
                <a:latin typeface="Carlito"/>
                <a:cs typeface="Carlito"/>
              </a:rPr>
              <a:t>based</a:t>
            </a:r>
            <a:r>
              <a:rPr sz="2000" spc="-40" dirty="0">
                <a:solidFill>
                  <a:srgbClr val="1F487C"/>
                </a:solidFill>
                <a:latin typeface="Carlito"/>
                <a:cs typeface="Carlito"/>
              </a:rPr>
              <a:t> </a:t>
            </a:r>
            <a:r>
              <a:rPr sz="2000" dirty="0">
                <a:solidFill>
                  <a:srgbClr val="1F487C"/>
                </a:solidFill>
                <a:latin typeface="Carlito"/>
                <a:cs typeface="Carlito"/>
              </a:rPr>
              <a:t>air</a:t>
            </a:r>
            <a:r>
              <a:rPr sz="2000" spc="-30" dirty="0">
                <a:solidFill>
                  <a:srgbClr val="1F487C"/>
                </a:solidFill>
                <a:latin typeface="Carlito"/>
                <a:cs typeface="Carlito"/>
              </a:rPr>
              <a:t> </a:t>
            </a:r>
            <a:r>
              <a:rPr sz="2000" dirty="0">
                <a:solidFill>
                  <a:srgbClr val="1F487C"/>
                </a:solidFill>
                <a:latin typeface="Carlito"/>
                <a:cs typeface="Carlito"/>
              </a:rPr>
              <a:t>quality</a:t>
            </a:r>
            <a:r>
              <a:rPr sz="2000" spc="-35" dirty="0">
                <a:solidFill>
                  <a:srgbClr val="1F487C"/>
                </a:solidFill>
                <a:latin typeface="Carlito"/>
                <a:cs typeface="Carlito"/>
              </a:rPr>
              <a:t> </a:t>
            </a:r>
            <a:r>
              <a:rPr sz="2000" dirty="0">
                <a:solidFill>
                  <a:srgbClr val="1F487C"/>
                </a:solidFill>
                <a:latin typeface="Carlito"/>
                <a:cs typeface="Carlito"/>
              </a:rPr>
              <a:t>monitoring</a:t>
            </a:r>
            <a:r>
              <a:rPr sz="2000" spc="-40" dirty="0">
                <a:solidFill>
                  <a:srgbClr val="1F487C"/>
                </a:solidFill>
                <a:latin typeface="Carlito"/>
                <a:cs typeface="Carlito"/>
              </a:rPr>
              <a:t> </a:t>
            </a:r>
            <a:r>
              <a:rPr sz="2000" spc="-10" dirty="0">
                <a:solidFill>
                  <a:srgbClr val="1F487C"/>
                </a:solidFill>
                <a:latin typeface="Carlito"/>
                <a:cs typeface="Carlito"/>
              </a:rPr>
              <a:t>system </a:t>
            </a:r>
            <a:r>
              <a:rPr sz="2000" dirty="0">
                <a:solidFill>
                  <a:srgbClr val="1F487C"/>
                </a:solidFill>
                <a:latin typeface="Carlito"/>
                <a:cs typeface="Carlito"/>
              </a:rPr>
              <a:t>capable</a:t>
            </a:r>
            <a:r>
              <a:rPr sz="2000" spc="-65" dirty="0">
                <a:solidFill>
                  <a:srgbClr val="1F487C"/>
                </a:solidFill>
                <a:latin typeface="Carlito"/>
                <a:cs typeface="Carlito"/>
              </a:rPr>
              <a:t> </a:t>
            </a:r>
            <a:r>
              <a:rPr sz="2000" dirty="0">
                <a:solidFill>
                  <a:srgbClr val="1F487C"/>
                </a:solidFill>
                <a:latin typeface="Carlito"/>
                <a:cs typeface="Carlito"/>
              </a:rPr>
              <a:t>of</a:t>
            </a:r>
            <a:r>
              <a:rPr sz="2000" spc="-60" dirty="0">
                <a:solidFill>
                  <a:srgbClr val="1F487C"/>
                </a:solidFill>
                <a:latin typeface="Carlito"/>
                <a:cs typeface="Carlito"/>
              </a:rPr>
              <a:t> </a:t>
            </a:r>
            <a:r>
              <a:rPr sz="2000" dirty="0">
                <a:solidFill>
                  <a:srgbClr val="1F487C"/>
                </a:solidFill>
                <a:latin typeface="Carlito"/>
                <a:cs typeface="Carlito"/>
              </a:rPr>
              <a:t>tracking</a:t>
            </a:r>
            <a:r>
              <a:rPr sz="2000" spc="-55" dirty="0">
                <a:solidFill>
                  <a:srgbClr val="1F487C"/>
                </a:solidFill>
                <a:latin typeface="Carlito"/>
                <a:cs typeface="Carlito"/>
              </a:rPr>
              <a:t> </a:t>
            </a:r>
            <a:r>
              <a:rPr sz="2000" spc="-10" dirty="0">
                <a:solidFill>
                  <a:srgbClr val="1F487C"/>
                </a:solidFill>
                <a:latin typeface="Carlito"/>
                <a:cs typeface="Carlito"/>
              </a:rPr>
              <a:t>temperature,</a:t>
            </a:r>
            <a:r>
              <a:rPr sz="2000" spc="-40" dirty="0">
                <a:solidFill>
                  <a:srgbClr val="1F487C"/>
                </a:solidFill>
                <a:latin typeface="Carlito"/>
                <a:cs typeface="Carlito"/>
              </a:rPr>
              <a:t> </a:t>
            </a:r>
            <a:r>
              <a:rPr sz="2000" spc="-10" dirty="0">
                <a:solidFill>
                  <a:srgbClr val="1F487C"/>
                </a:solidFill>
                <a:latin typeface="Carlito"/>
                <a:cs typeface="Carlito"/>
              </a:rPr>
              <a:t>pressure,</a:t>
            </a:r>
            <a:r>
              <a:rPr sz="2000" spc="-50" dirty="0">
                <a:solidFill>
                  <a:srgbClr val="1F487C"/>
                </a:solidFill>
                <a:latin typeface="Carlito"/>
                <a:cs typeface="Carlito"/>
              </a:rPr>
              <a:t> </a:t>
            </a:r>
            <a:r>
              <a:rPr sz="2000" dirty="0">
                <a:solidFill>
                  <a:srgbClr val="1F487C"/>
                </a:solidFill>
                <a:latin typeface="Carlito"/>
                <a:cs typeface="Carlito"/>
              </a:rPr>
              <a:t>LPG,</a:t>
            </a:r>
            <a:r>
              <a:rPr sz="2000" spc="-45" dirty="0">
                <a:solidFill>
                  <a:srgbClr val="1F487C"/>
                </a:solidFill>
                <a:latin typeface="Carlito"/>
                <a:cs typeface="Carlito"/>
              </a:rPr>
              <a:t> </a:t>
            </a:r>
            <a:r>
              <a:rPr sz="2000" spc="-25" dirty="0">
                <a:solidFill>
                  <a:srgbClr val="1F487C"/>
                </a:solidFill>
                <a:latin typeface="Carlito"/>
                <a:cs typeface="Carlito"/>
              </a:rPr>
              <a:t>gas</a:t>
            </a:r>
            <a:r>
              <a:rPr sz="2000" spc="500" dirty="0">
                <a:solidFill>
                  <a:srgbClr val="1F487C"/>
                </a:solidFill>
                <a:latin typeface="Carlito"/>
                <a:cs typeface="Carlito"/>
              </a:rPr>
              <a:t> </a:t>
            </a:r>
            <a:r>
              <a:rPr sz="2000" spc="-10" dirty="0">
                <a:solidFill>
                  <a:srgbClr val="1F487C"/>
                </a:solidFill>
                <a:latin typeface="Carlito"/>
                <a:cs typeface="Carlito"/>
              </a:rPr>
              <a:t>concentration,</a:t>
            </a:r>
            <a:r>
              <a:rPr sz="2000" spc="-55" dirty="0">
                <a:solidFill>
                  <a:srgbClr val="1F487C"/>
                </a:solidFill>
                <a:latin typeface="Carlito"/>
                <a:cs typeface="Carlito"/>
              </a:rPr>
              <a:t> </a:t>
            </a:r>
            <a:r>
              <a:rPr sz="2000" dirty="0">
                <a:solidFill>
                  <a:srgbClr val="1F487C"/>
                </a:solidFill>
                <a:latin typeface="Carlito"/>
                <a:cs typeface="Carlito"/>
              </a:rPr>
              <a:t>and</a:t>
            </a:r>
            <a:r>
              <a:rPr sz="2000" spc="-35" dirty="0">
                <a:solidFill>
                  <a:srgbClr val="1F487C"/>
                </a:solidFill>
                <a:latin typeface="Carlito"/>
                <a:cs typeface="Carlito"/>
              </a:rPr>
              <a:t> </a:t>
            </a:r>
            <a:r>
              <a:rPr sz="2000" dirty="0">
                <a:solidFill>
                  <a:srgbClr val="1F487C"/>
                </a:solidFill>
                <a:latin typeface="Carlito"/>
                <a:cs typeface="Carlito"/>
              </a:rPr>
              <a:t>smoke</a:t>
            </a:r>
            <a:r>
              <a:rPr sz="2000" spc="-35" dirty="0">
                <a:solidFill>
                  <a:srgbClr val="1F487C"/>
                </a:solidFill>
                <a:latin typeface="Carlito"/>
                <a:cs typeface="Carlito"/>
              </a:rPr>
              <a:t> </a:t>
            </a:r>
            <a:r>
              <a:rPr sz="2000" dirty="0">
                <a:solidFill>
                  <a:srgbClr val="1F487C"/>
                </a:solidFill>
                <a:latin typeface="Carlito"/>
                <a:cs typeface="Carlito"/>
              </a:rPr>
              <a:t>levels</a:t>
            </a:r>
            <a:r>
              <a:rPr sz="2000" spc="-15" dirty="0">
                <a:solidFill>
                  <a:srgbClr val="1F487C"/>
                </a:solidFill>
                <a:latin typeface="Carlito"/>
                <a:cs typeface="Carlito"/>
              </a:rPr>
              <a:t> </a:t>
            </a:r>
            <a:r>
              <a:rPr sz="2000" dirty="0">
                <a:solidFill>
                  <a:srgbClr val="1F487C"/>
                </a:solidFill>
                <a:latin typeface="Carlito"/>
                <a:cs typeface="Carlito"/>
              </a:rPr>
              <a:t>in</a:t>
            </a:r>
            <a:r>
              <a:rPr sz="2000" spc="-30" dirty="0">
                <a:solidFill>
                  <a:srgbClr val="1F487C"/>
                </a:solidFill>
                <a:latin typeface="Carlito"/>
                <a:cs typeface="Carlito"/>
              </a:rPr>
              <a:t> </a:t>
            </a:r>
            <a:r>
              <a:rPr sz="2000" spc="-20" dirty="0">
                <a:solidFill>
                  <a:srgbClr val="1F487C"/>
                </a:solidFill>
                <a:latin typeface="Carlito"/>
                <a:cs typeface="Carlito"/>
              </a:rPr>
              <a:t>real-</a:t>
            </a:r>
            <a:r>
              <a:rPr sz="2000" dirty="0">
                <a:solidFill>
                  <a:srgbClr val="1F487C"/>
                </a:solidFill>
                <a:latin typeface="Carlito"/>
                <a:cs typeface="Carlito"/>
              </a:rPr>
              <a:t>time</a:t>
            </a:r>
            <a:r>
              <a:rPr sz="2000" spc="-10" dirty="0">
                <a:solidFill>
                  <a:srgbClr val="1F487C"/>
                </a:solidFill>
                <a:latin typeface="Carlito"/>
                <a:cs typeface="Carlito"/>
              </a:rPr>
              <a:t> </a:t>
            </a:r>
            <a:r>
              <a:rPr sz="2000" dirty="0">
                <a:solidFill>
                  <a:srgbClr val="1F487C"/>
                </a:solidFill>
                <a:latin typeface="Carlito"/>
                <a:cs typeface="Carlito"/>
              </a:rPr>
              <a:t>with</a:t>
            </a:r>
            <a:r>
              <a:rPr sz="2000" spc="-30" dirty="0">
                <a:solidFill>
                  <a:srgbClr val="1F487C"/>
                </a:solidFill>
                <a:latin typeface="Carlito"/>
                <a:cs typeface="Carlito"/>
              </a:rPr>
              <a:t> </a:t>
            </a:r>
            <a:r>
              <a:rPr sz="2000" dirty="0">
                <a:solidFill>
                  <a:srgbClr val="1F487C"/>
                </a:solidFill>
                <a:latin typeface="Carlito"/>
                <a:cs typeface="Carlito"/>
              </a:rPr>
              <a:t>data</a:t>
            </a:r>
            <a:r>
              <a:rPr sz="2000" spc="-35" dirty="0">
                <a:solidFill>
                  <a:srgbClr val="1F487C"/>
                </a:solidFill>
                <a:latin typeface="Carlito"/>
                <a:cs typeface="Carlito"/>
              </a:rPr>
              <a:t> </a:t>
            </a:r>
            <a:r>
              <a:rPr sz="2000" dirty="0">
                <a:solidFill>
                  <a:srgbClr val="1F487C"/>
                </a:solidFill>
                <a:latin typeface="Carlito"/>
                <a:cs typeface="Carlito"/>
              </a:rPr>
              <a:t>logging</a:t>
            </a:r>
            <a:r>
              <a:rPr sz="2000" spc="-70" dirty="0">
                <a:solidFill>
                  <a:srgbClr val="1F487C"/>
                </a:solidFill>
                <a:latin typeface="Carlito"/>
                <a:cs typeface="Carlito"/>
              </a:rPr>
              <a:t> </a:t>
            </a:r>
            <a:r>
              <a:rPr sz="2000" spc="-25" dirty="0">
                <a:solidFill>
                  <a:srgbClr val="1F487C"/>
                </a:solidFill>
                <a:latin typeface="Carlito"/>
                <a:cs typeface="Carlito"/>
              </a:rPr>
              <a:t>for </a:t>
            </a:r>
            <a:r>
              <a:rPr sz="2000" spc="-10" dirty="0">
                <a:solidFill>
                  <a:srgbClr val="1F487C"/>
                </a:solidFill>
                <a:latin typeface="Carlito"/>
                <a:cs typeface="Carlito"/>
              </a:rPr>
              <a:t>analysis.</a:t>
            </a:r>
            <a:endParaRPr sz="2000">
              <a:latin typeface="Carlito"/>
              <a:cs typeface="Carlito"/>
            </a:endParaRPr>
          </a:p>
          <a:p>
            <a:pPr marL="12700">
              <a:lnSpc>
                <a:spcPct val="100000"/>
              </a:lnSpc>
              <a:spcBef>
                <a:spcPts val="605"/>
              </a:spcBef>
            </a:pPr>
            <a:r>
              <a:rPr sz="2000" b="1" dirty="0">
                <a:solidFill>
                  <a:srgbClr val="1F487C"/>
                </a:solidFill>
                <a:latin typeface="Carlito"/>
                <a:cs typeface="Carlito"/>
              </a:rPr>
              <a:t>Limitations</a:t>
            </a:r>
            <a:r>
              <a:rPr sz="2000" b="1" spc="-70" dirty="0">
                <a:solidFill>
                  <a:srgbClr val="1F487C"/>
                </a:solidFill>
                <a:latin typeface="Carlito"/>
                <a:cs typeface="Carlito"/>
              </a:rPr>
              <a:t> </a:t>
            </a:r>
            <a:r>
              <a:rPr sz="2000" b="1" dirty="0">
                <a:solidFill>
                  <a:srgbClr val="1F487C"/>
                </a:solidFill>
                <a:latin typeface="Carlito"/>
                <a:cs typeface="Carlito"/>
              </a:rPr>
              <a:t>and</a:t>
            </a:r>
            <a:r>
              <a:rPr sz="2000" b="1" spc="-35" dirty="0">
                <a:solidFill>
                  <a:srgbClr val="1F487C"/>
                </a:solidFill>
                <a:latin typeface="Carlito"/>
                <a:cs typeface="Carlito"/>
              </a:rPr>
              <a:t> </a:t>
            </a:r>
            <a:r>
              <a:rPr sz="2000" b="1" spc="-10" dirty="0">
                <a:solidFill>
                  <a:srgbClr val="1F487C"/>
                </a:solidFill>
                <a:latin typeface="Carlito"/>
                <a:cs typeface="Carlito"/>
              </a:rPr>
              <a:t>Constraints</a:t>
            </a:r>
            <a:endParaRPr sz="2000">
              <a:latin typeface="Carlito"/>
              <a:cs typeface="Carlito"/>
            </a:endParaRPr>
          </a:p>
          <a:p>
            <a:pPr marL="1040765" indent="-284480">
              <a:lnSpc>
                <a:spcPct val="100000"/>
              </a:lnSpc>
              <a:spcBef>
                <a:spcPts val="600"/>
              </a:spcBef>
              <a:buFont typeface="Arial"/>
              <a:buChar char="•"/>
              <a:tabLst>
                <a:tab pos="1040765" algn="l"/>
              </a:tabLst>
            </a:pPr>
            <a:r>
              <a:rPr sz="2000" dirty="0">
                <a:solidFill>
                  <a:srgbClr val="1F487C"/>
                </a:solidFill>
                <a:latin typeface="Carlito"/>
                <a:cs typeface="Carlito"/>
              </a:rPr>
              <a:t>Limited</a:t>
            </a:r>
            <a:r>
              <a:rPr sz="2000" spc="-50" dirty="0">
                <a:solidFill>
                  <a:srgbClr val="1F487C"/>
                </a:solidFill>
                <a:latin typeface="Carlito"/>
                <a:cs typeface="Carlito"/>
              </a:rPr>
              <a:t> </a:t>
            </a:r>
            <a:r>
              <a:rPr sz="2000" dirty="0">
                <a:solidFill>
                  <a:srgbClr val="1F487C"/>
                </a:solidFill>
                <a:latin typeface="Carlito"/>
                <a:cs typeface="Carlito"/>
              </a:rPr>
              <a:t>sensor</a:t>
            </a:r>
            <a:r>
              <a:rPr sz="2000" spc="-65" dirty="0">
                <a:solidFill>
                  <a:srgbClr val="1F487C"/>
                </a:solidFill>
                <a:latin typeface="Carlito"/>
                <a:cs typeface="Carlito"/>
              </a:rPr>
              <a:t> </a:t>
            </a:r>
            <a:r>
              <a:rPr sz="2000" dirty="0">
                <a:solidFill>
                  <a:srgbClr val="1F487C"/>
                </a:solidFill>
                <a:latin typeface="Carlito"/>
                <a:cs typeface="Carlito"/>
              </a:rPr>
              <a:t>range</a:t>
            </a:r>
            <a:r>
              <a:rPr sz="2000" spc="-60" dirty="0">
                <a:solidFill>
                  <a:srgbClr val="1F487C"/>
                </a:solidFill>
                <a:latin typeface="Carlito"/>
                <a:cs typeface="Carlito"/>
              </a:rPr>
              <a:t> </a:t>
            </a:r>
            <a:r>
              <a:rPr sz="2000" dirty="0">
                <a:solidFill>
                  <a:srgbClr val="1F487C"/>
                </a:solidFill>
                <a:latin typeface="Carlito"/>
                <a:cs typeface="Carlito"/>
              </a:rPr>
              <a:t>due</a:t>
            </a:r>
            <a:r>
              <a:rPr sz="2000" spc="-75" dirty="0">
                <a:solidFill>
                  <a:srgbClr val="1F487C"/>
                </a:solidFill>
                <a:latin typeface="Carlito"/>
                <a:cs typeface="Carlito"/>
              </a:rPr>
              <a:t> </a:t>
            </a:r>
            <a:r>
              <a:rPr sz="2000" dirty="0">
                <a:solidFill>
                  <a:srgbClr val="1F487C"/>
                </a:solidFill>
                <a:latin typeface="Carlito"/>
                <a:cs typeface="Carlito"/>
              </a:rPr>
              <a:t>to</a:t>
            </a:r>
            <a:r>
              <a:rPr sz="2000" spc="-55" dirty="0">
                <a:solidFill>
                  <a:srgbClr val="1F487C"/>
                </a:solidFill>
                <a:latin typeface="Carlito"/>
                <a:cs typeface="Carlito"/>
              </a:rPr>
              <a:t> </a:t>
            </a:r>
            <a:r>
              <a:rPr sz="2000" dirty="0">
                <a:solidFill>
                  <a:srgbClr val="1F487C"/>
                </a:solidFill>
                <a:latin typeface="Carlito"/>
                <a:cs typeface="Carlito"/>
              </a:rPr>
              <a:t>cost</a:t>
            </a:r>
            <a:r>
              <a:rPr sz="2000" spc="-55" dirty="0">
                <a:solidFill>
                  <a:srgbClr val="1F487C"/>
                </a:solidFill>
                <a:latin typeface="Carlito"/>
                <a:cs typeface="Carlito"/>
              </a:rPr>
              <a:t> </a:t>
            </a:r>
            <a:r>
              <a:rPr sz="2000" dirty="0">
                <a:solidFill>
                  <a:srgbClr val="1F487C"/>
                </a:solidFill>
                <a:latin typeface="Carlito"/>
                <a:cs typeface="Carlito"/>
              </a:rPr>
              <a:t>efficiency</a:t>
            </a:r>
            <a:r>
              <a:rPr sz="2000" spc="-55" dirty="0">
                <a:solidFill>
                  <a:srgbClr val="1F487C"/>
                </a:solidFill>
                <a:latin typeface="Carlito"/>
                <a:cs typeface="Carlito"/>
              </a:rPr>
              <a:t> </a:t>
            </a:r>
            <a:r>
              <a:rPr sz="2000" dirty="0">
                <a:solidFill>
                  <a:srgbClr val="1F487C"/>
                </a:solidFill>
                <a:latin typeface="Carlito"/>
                <a:cs typeface="Carlito"/>
              </a:rPr>
              <a:t>may</a:t>
            </a:r>
            <a:r>
              <a:rPr sz="2000" spc="-60" dirty="0">
                <a:solidFill>
                  <a:srgbClr val="1F487C"/>
                </a:solidFill>
                <a:latin typeface="Carlito"/>
                <a:cs typeface="Carlito"/>
              </a:rPr>
              <a:t> </a:t>
            </a:r>
            <a:r>
              <a:rPr sz="2000" spc="-10" dirty="0">
                <a:solidFill>
                  <a:srgbClr val="1F487C"/>
                </a:solidFill>
                <a:latin typeface="Carlito"/>
                <a:cs typeface="Carlito"/>
              </a:rPr>
              <a:t>affect</a:t>
            </a:r>
            <a:r>
              <a:rPr sz="2000" spc="-55" dirty="0">
                <a:solidFill>
                  <a:srgbClr val="1F487C"/>
                </a:solidFill>
                <a:latin typeface="Carlito"/>
                <a:cs typeface="Carlito"/>
              </a:rPr>
              <a:t> </a:t>
            </a:r>
            <a:r>
              <a:rPr sz="2000" dirty="0">
                <a:solidFill>
                  <a:srgbClr val="1F487C"/>
                </a:solidFill>
                <a:latin typeface="Carlito"/>
                <a:cs typeface="Carlito"/>
              </a:rPr>
              <a:t>accuracy</a:t>
            </a:r>
            <a:r>
              <a:rPr sz="2000" spc="-70" dirty="0">
                <a:solidFill>
                  <a:srgbClr val="1F487C"/>
                </a:solidFill>
                <a:latin typeface="Carlito"/>
                <a:cs typeface="Carlito"/>
              </a:rPr>
              <a:t> </a:t>
            </a:r>
            <a:r>
              <a:rPr sz="2000" spc="-25" dirty="0">
                <a:solidFill>
                  <a:srgbClr val="1F487C"/>
                </a:solidFill>
                <a:latin typeface="Carlito"/>
                <a:cs typeface="Carlito"/>
              </a:rPr>
              <a:t>in</a:t>
            </a:r>
            <a:endParaRPr sz="2000">
              <a:latin typeface="Carlito"/>
              <a:cs typeface="Carlito"/>
            </a:endParaRPr>
          </a:p>
          <a:p>
            <a:pPr marL="1041400">
              <a:lnSpc>
                <a:spcPct val="100000"/>
              </a:lnSpc>
            </a:pPr>
            <a:r>
              <a:rPr sz="2000" dirty="0">
                <a:solidFill>
                  <a:srgbClr val="1F487C"/>
                </a:solidFill>
                <a:latin typeface="Carlito"/>
                <a:cs typeface="Carlito"/>
              </a:rPr>
              <a:t>larger</a:t>
            </a:r>
            <a:r>
              <a:rPr sz="2000" spc="-35" dirty="0">
                <a:solidFill>
                  <a:srgbClr val="1F487C"/>
                </a:solidFill>
                <a:latin typeface="Carlito"/>
                <a:cs typeface="Carlito"/>
              </a:rPr>
              <a:t> </a:t>
            </a:r>
            <a:r>
              <a:rPr sz="2000" dirty="0">
                <a:solidFill>
                  <a:srgbClr val="1F487C"/>
                </a:solidFill>
                <a:latin typeface="Carlito"/>
                <a:cs typeface="Carlito"/>
              </a:rPr>
              <a:t>or</a:t>
            </a:r>
            <a:r>
              <a:rPr sz="2000" spc="-50" dirty="0">
                <a:solidFill>
                  <a:srgbClr val="1F487C"/>
                </a:solidFill>
                <a:latin typeface="Carlito"/>
                <a:cs typeface="Carlito"/>
              </a:rPr>
              <a:t> </a:t>
            </a:r>
            <a:r>
              <a:rPr sz="2000" dirty="0">
                <a:solidFill>
                  <a:srgbClr val="1F487C"/>
                </a:solidFill>
                <a:latin typeface="Carlito"/>
                <a:cs typeface="Carlito"/>
              </a:rPr>
              <a:t>open</a:t>
            </a:r>
            <a:r>
              <a:rPr sz="2000" spc="-50" dirty="0">
                <a:solidFill>
                  <a:srgbClr val="1F487C"/>
                </a:solidFill>
                <a:latin typeface="Carlito"/>
                <a:cs typeface="Carlito"/>
              </a:rPr>
              <a:t> </a:t>
            </a:r>
            <a:r>
              <a:rPr sz="2000" spc="-10" dirty="0">
                <a:solidFill>
                  <a:srgbClr val="1F487C"/>
                </a:solidFill>
                <a:latin typeface="Carlito"/>
                <a:cs typeface="Carlito"/>
              </a:rPr>
              <a:t>spaces.</a:t>
            </a:r>
            <a:endParaRPr sz="2000">
              <a:latin typeface="Carlito"/>
              <a:cs typeface="Carlito"/>
            </a:endParaRPr>
          </a:p>
          <a:p>
            <a:pPr marL="1041400" marR="45720" indent="-285115">
              <a:lnSpc>
                <a:spcPct val="100000"/>
              </a:lnSpc>
              <a:spcBef>
                <a:spcPts val="600"/>
              </a:spcBef>
              <a:buFont typeface="Arial"/>
              <a:buChar char="•"/>
              <a:tabLst>
                <a:tab pos="1041400" algn="l"/>
              </a:tabLst>
            </a:pPr>
            <a:r>
              <a:rPr sz="2000" spc="-10" dirty="0">
                <a:solidFill>
                  <a:srgbClr val="1F487C"/>
                </a:solidFill>
                <a:latin typeface="Carlito"/>
                <a:cs typeface="Carlito"/>
              </a:rPr>
              <a:t>Requires</a:t>
            </a:r>
            <a:r>
              <a:rPr sz="2000" spc="-40" dirty="0">
                <a:solidFill>
                  <a:srgbClr val="1F487C"/>
                </a:solidFill>
                <a:latin typeface="Carlito"/>
                <a:cs typeface="Carlito"/>
              </a:rPr>
              <a:t> </a:t>
            </a:r>
            <a:r>
              <a:rPr sz="2000" dirty="0">
                <a:solidFill>
                  <a:srgbClr val="1F487C"/>
                </a:solidFill>
                <a:latin typeface="Carlito"/>
                <a:cs typeface="Carlito"/>
              </a:rPr>
              <a:t>continuous</a:t>
            </a:r>
            <a:r>
              <a:rPr sz="2000" spc="-65" dirty="0">
                <a:solidFill>
                  <a:srgbClr val="1F487C"/>
                </a:solidFill>
                <a:latin typeface="Carlito"/>
                <a:cs typeface="Carlito"/>
              </a:rPr>
              <a:t> </a:t>
            </a:r>
            <a:r>
              <a:rPr sz="2000" spc="-10" dirty="0">
                <a:solidFill>
                  <a:srgbClr val="1F487C"/>
                </a:solidFill>
                <a:latin typeface="Carlito"/>
                <a:cs typeface="Carlito"/>
              </a:rPr>
              <a:t>Wi-</a:t>
            </a:r>
            <a:r>
              <a:rPr sz="2000" dirty="0">
                <a:solidFill>
                  <a:srgbClr val="1F487C"/>
                </a:solidFill>
                <a:latin typeface="Carlito"/>
                <a:cs typeface="Carlito"/>
              </a:rPr>
              <a:t>Fi</a:t>
            </a:r>
            <a:r>
              <a:rPr sz="2000" spc="-40" dirty="0">
                <a:solidFill>
                  <a:srgbClr val="1F487C"/>
                </a:solidFill>
                <a:latin typeface="Carlito"/>
                <a:cs typeface="Carlito"/>
              </a:rPr>
              <a:t> </a:t>
            </a:r>
            <a:r>
              <a:rPr sz="2000" dirty="0">
                <a:solidFill>
                  <a:srgbClr val="1F487C"/>
                </a:solidFill>
                <a:latin typeface="Carlito"/>
                <a:cs typeface="Carlito"/>
              </a:rPr>
              <a:t>connection</a:t>
            </a:r>
            <a:r>
              <a:rPr sz="2000" spc="-65" dirty="0">
                <a:solidFill>
                  <a:srgbClr val="1F487C"/>
                </a:solidFill>
                <a:latin typeface="Carlito"/>
                <a:cs typeface="Carlito"/>
              </a:rPr>
              <a:t> </a:t>
            </a:r>
            <a:r>
              <a:rPr sz="2000" dirty="0">
                <a:solidFill>
                  <a:srgbClr val="1F487C"/>
                </a:solidFill>
                <a:latin typeface="Carlito"/>
                <a:cs typeface="Carlito"/>
              </a:rPr>
              <a:t>for</a:t>
            </a:r>
            <a:r>
              <a:rPr sz="2000" spc="-55" dirty="0">
                <a:solidFill>
                  <a:srgbClr val="1F487C"/>
                </a:solidFill>
                <a:latin typeface="Carlito"/>
                <a:cs typeface="Carlito"/>
              </a:rPr>
              <a:t> </a:t>
            </a:r>
            <a:r>
              <a:rPr sz="2000" spc="-20" dirty="0">
                <a:solidFill>
                  <a:srgbClr val="1F487C"/>
                </a:solidFill>
                <a:latin typeface="Carlito"/>
                <a:cs typeface="Carlito"/>
              </a:rPr>
              <a:t>real-</a:t>
            </a:r>
            <a:r>
              <a:rPr sz="2000" dirty="0">
                <a:solidFill>
                  <a:srgbClr val="1F487C"/>
                </a:solidFill>
                <a:latin typeface="Carlito"/>
                <a:cs typeface="Carlito"/>
              </a:rPr>
              <a:t>time</a:t>
            </a:r>
            <a:r>
              <a:rPr sz="2000" spc="-15" dirty="0">
                <a:solidFill>
                  <a:srgbClr val="1F487C"/>
                </a:solidFill>
                <a:latin typeface="Carlito"/>
                <a:cs typeface="Carlito"/>
              </a:rPr>
              <a:t> </a:t>
            </a:r>
            <a:r>
              <a:rPr sz="2000" dirty="0">
                <a:solidFill>
                  <a:srgbClr val="1F487C"/>
                </a:solidFill>
                <a:latin typeface="Carlito"/>
                <a:cs typeface="Carlito"/>
              </a:rPr>
              <a:t>monitoring</a:t>
            </a:r>
            <a:r>
              <a:rPr sz="2000" spc="-45" dirty="0">
                <a:solidFill>
                  <a:srgbClr val="1F487C"/>
                </a:solidFill>
                <a:latin typeface="Carlito"/>
                <a:cs typeface="Carlito"/>
              </a:rPr>
              <a:t> </a:t>
            </a:r>
            <a:r>
              <a:rPr sz="2000" spc="-25" dirty="0">
                <a:solidFill>
                  <a:srgbClr val="1F487C"/>
                </a:solidFill>
                <a:latin typeface="Carlito"/>
                <a:cs typeface="Carlito"/>
              </a:rPr>
              <a:t>on </a:t>
            </a:r>
            <a:r>
              <a:rPr sz="2000" spc="-10" dirty="0">
                <a:solidFill>
                  <a:srgbClr val="1F487C"/>
                </a:solidFill>
                <a:latin typeface="Carlito"/>
                <a:cs typeface="Carlito"/>
              </a:rPr>
              <a:t>Blynk.</a:t>
            </a:r>
            <a:endParaRPr sz="2000">
              <a:latin typeface="Carlito"/>
              <a:cs typeface="Carlito"/>
            </a:endParaRPr>
          </a:p>
          <a:p>
            <a:pPr marL="12700">
              <a:lnSpc>
                <a:spcPct val="100000"/>
              </a:lnSpc>
              <a:spcBef>
                <a:spcPts val="600"/>
              </a:spcBef>
            </a:pPr>
            <a:r>
              <a:rPr sz="2000" b="1" dirty="0">
                <a:solidFill>
                  <a:srgbClr val="1F487C"/>
                </a:solidFill>
                <a:latin typeface="Carlito"/>
                <a:cs typeface="Carlito"/>
              </a:rPr>
              <a:t>Future</a:t>
            </a:r>
            <a:r>
              <a:rPr sz="2000" b="1" spc="-65" dirty="0">
                <a:solidFill>
                  <a:srgbClr val="1F487C"/>
                </a:solidFill>
                <a:latin typeface="Carlito"/>
                <a:cs typeface="Carlito"/>
              </a:rPr>
              <a:t> </a:t>
            </a:r>
            <a:r>
              <a:rPr sz="2000" b="1" spc="-10" dirty="0">
                <a:solidFill>
                  <a:srgbClr val="1F487C"/>
                </a:solidFill>
                <a:latin typeface="Carlito"/>
                <a:cs typeface="Carlito"/>
              </a:rPr>
              <a:t>Improvements</a:t>
            </a:r>
            <a:endParaRPr sz="2000">
              <a:latin typeface="Carlito"/>
              <a:cs typeface="Carlito"/>
            </a:endParaRPr>
          </a:p>
          <a:p>
            <a:pPr marL="1041400" marR="447040" indent="-285115">
              <a:lnSpc>
                <a:spcPct val="100000"/>
              </a:lnSpc>
              <a:spcBef>
                <a:spcPts val="600"/>
              </a:spcBef>
              <a:buFont typeface="Arial"/>
              <a:buChar char="•"/>
              <a:tabLst>
                <a:tab pos="1041400" algn="l"/>
              </a:tabLst>
            </a:pPr>
            <a:r>
              <a:rPr sz="2000" b="1" dirty="0">
                <a:solidFill>
                  <a:srgbClr val="1F487C"/>
                </a:solidFill>
                <a:latin typeface="Carlito"/>
                <a:cs typeface="Carlito"/>
              </a:rPr>
              <a:t>Additional</a:t>
            </a:r>
            <a:r>
              <a:rPr sz="2000" b="1" spc="-100" dirty="0">
                <a:solidFill>
                  <a:srgbClr val="1F487C"/>
                </a:solidFill>
                <a:latin typeface="Carlito"/>
                <a:cs typeface="Carlito"/>
              </a:rPr>
              <a:t> </a:t>
            </a:r>
            <a:r>
              <a:rPr sz="2000" b="1" dirty="0">
                <a:solidFill>
                  <a:srgbClr val="1F487C"/>
                </a:solidFill>
                <a:latin typeface="Carlito"/>
                <a:cs typeface="Carlito"/>
              </a:rPr>
              <a:t>Sensors</a:t>
            </a:r>
            <a:r>
              <a:rPr sz="2000" b="1" spc="-55" dirty="0">
                <a:solidFill>
                  <a:srgbClr val="1F487C"/>
                </a:solidFill>
                <a:latin typeface="Carlito"/>
                <a:cs typeface="Carlito"/>
              </a:rPr>
              <a:t> </a:t>
            </a:r>
            <a:r>
              <a:rPr sz="2000" dirty="0">
                <a:solidFill>
                  <a:srgbClr val="1F487C"/>
                </a:solidFill>
                <a:latin typeface="Rasa"/>
                <a:cs typeface="Rasa"/>
              </a:rPr>
              <a:t>–</a:t>
            </a:r>
            <a:r>
              <a:rPr sz="2000" spc="-35" dirty="0">
                <a:solidFill>
                  <a:srgbClr val="1F487C"/>
                </a:solidFill>
                <a:latin typeface="Rasa"/>
                <a:cs typeface="Rasa"/>
              </a:rPr>
              <a:t> </a:t>
            </a:r>
            <a:r>
              <a:rPr sz="2000" dirty="0">
                <a:solidFill>
                  <a:srgbClr val="1F487C"/>
                </a:solidFill>
                <a:latin typeface="Carlito"/>
                <a:cs typeface="Carlito"/>
              </a:rPr>
              <a:t>Add</a:t>
            </a:r>
            <a:r>
              <a:rPr sz="2000" spc="-70" dirty="0">
                <a:solidFill>
                  <a:srgbClr val="1F487C"/>
                </a:solidFill>
                <a:latin typeface="Carlito"/>
                <a:cs typeface="Carlito"/>
              </a:rPr>
              <a:t> </a:t>
            </a:r>
            <a:r>
              <a:rPr sz="2000" dirty="0">
                <a:solidFill>
                  <a:srgbClr val="1F487C"/>
                </a:solidFill>
                <a:latin typeface="Carlito"/>
                <a:cs typeface="Carlito"/>
              </a:rPr>
              <a:t>sensors</a:t>
            </a:r>
            <a:r>
              <a:rPr sz="2000" spc="-40" dirty="0">
                <a:solidFill>
                  <a:srgbClr val="1F487C"/>
                </a:solidFill>
                <a:latin typeface="Carlito"/>
                <a:cs typeface="Carlito"/>
              </a:rPr>
              <a:t> </a:t>
            </a:r>
            <a:r>
              <a:rPr sz="2000" dirty="0">
                <a:solidFill>
                  <a:srgbClr val="1F487C"/>
                </a:solidFill>
                <a:latin typeface="Carlito"/>
                <a:cs typeface="Carlito"/>
              </a:rPr>
              <a:t>for</a:t>
            </a:r>
            <a:r>
              <a:rPr sz="2000" spc="-65" dirty="0">
                <a:solidFill>
                  <a:srgbClr val="1F487C"/>
                </a:solidFill>
                <a:latin typeface="Carlito"/>
                <a:cs typeface="Carlito"/>
              </a:rPr>
              <a:t> </a:t>
            </a:r>
            <a:r>
              <a:rPr sz="2000" dirty="0">
                <a:solidFill>
                  <a:srgbClr val="1F487C"/>
                </a:solidFill>
                <a:latin typeface="Carlito"/>
                <a:cs typeface="Carlito"/>
              </a:rPr>
              <a:t>more</a:t>
            </a:r>
            <a:r>
              <a:rPr sz="2000" spc="-65" dirty="0">
                <a:solidFill>
                  <a:srgbClr val="1F487C"/>
                </a:solidFill>
                <a:latin typeface="Carlito"/>
                <a:cs typeface="Carlito"/>
              </a:rPr>
              <a:t> </a:t>
            </a:r>
            <a:r>
              <a:rPr sz="2000" dirty="0">
                <a:solidFill>
                  <a:srgbClr val="1F487C"/>
                </a:solidFill>
                <a:latin typeface="Carlito"/>
                <a:cs typeface="Carlito"/>
              </a:rPr>
              <a:t>pollutants,</a:t>
            </a:r>
            <a:r>
              <a:rPr sz="2000" spc="-55" dirty="0">
                <a:solidFill>
                  <a:srgbClr val="1F487C"/>
                </a:solidFill>
                <a:latin typeface="Carlito"/>
                <a:cs typeface="Carlito"/>
              </a:rPr>
              <a:t> </a:t>
            </a:r>
            <a:r>
              <a:rPr sz="2000" dirty="0">
                <a:solidFill>
                  <a:srgbClr val="1F487C"/>
                </a:solidFill>
                <a:latin typeface="Carlito"/>
                <a:cs typeface="Carlito"/>
              </a:rPr>
              <a:t>such</a:t>
            </a:r>
            <a:r>
              <a:rPr sz="2000" spc="-55" dirty="0">
                <a:solidFill>
                  <a:srgbClr val="1F487C"/>
                </a:solidFill>
                <a:latin typeface="Carlito"/>
                <a:cs typeface="Carlito"/>
              </a:rPr>
              <a:t> </a:t>
            </a:r>
            <a:r>
              <a:rPr sz="2000" spc="-25" dirty="0">
                <a:solidFill>
                  <a:srgbClr val="1F487C"/>
                </a:solidFill>
                <a:latin typeface="Carlito"/>
                <a:cs typeface="Carlito"/>
              </a:rPr>
              <a:t>as </a:t>
            </a:r>
            <a:r>
              <a:rPr sz="2000" dirty="0">
                <a:solidFill>
                  <a:srgbClr val="1F487C"/>
                </a:solidFill>
                <a:latin typeface="Carlito"/>
                <a:cs typeface="Carlito"/>
              </a:rPr>
              <a:t>CO2</a:t>
            </a:r>
            <a:r>
              <a:rPr sz="2000" spc="-45" dirty="0">
                <a:solidFill>
                  <a:srgbClr val="1F487C"/>
                </a:solidFill>
                <a:latin typeface="Carlito"/>
                <a:cs typeface="Carlito"/>
              </a:rPr>
              <a:t> </a:t>
            </a:r>
            <a:r>
              <a:rPr sz="2000" dirty="0">
                <a:solidFill>
                  <a:srgbClr val="1F487C"/>
                </a:solidFill>
                <a:latin typeface="Carlito"/>
                <a:cs typeface="Carlito"/>
              </a:rPr>
              <a:t>and</a:t>
            </a:r>
            <a:r>
              <a:rPr sz="2000" spc="-20" dirty="0">
                <a:solidFill>
                  <a:srgbClr val="1F487C"/>
                </a:solidFill>
                <a:latin typeface="Carlito"/>
                <a:cs typeface="Carlito"/>
              </a:rPr>
              <a:t> </a:t>
            </a:r>
            <a:r>
              <a:rPr sz="2000" spc="-10" dirty="0">
                <a:solidFill>
                  <a:srgbClr val="1F487C"/>
                </a:solidFill>
                <a:latin typeface="Carlito"/>
                <a:cs typeface="Carlito"/>
              </a:rPr>
              <a:t>particulate</a:t>
            </a:r>
            <a:r>
              <a:rPr sz="2000" spc="5" dirty="0">
                <a:solidFill>
                  <a:srgbClr val="1F487C"/>
                </a:solidFill>
                <a:latin typeface="Carlito"/>
                <a:cs typeface="Carlito"/>
              </a:rPr>
              <a:t> </a:t>
            </a:r>
            <a:r>
              <a:rPr sz="2000" spc="-10" dirty="0">
                <a:solidFill>
                  <a:srgbClr val="1F487C"/>
                </a:solidFill>
                <a:latin typeface="Carlito"/>
                <a:cs typeface="Carlito"/>
              </a:rPr>
              <a:t>matter.</a:t>
            </a:r>
            <a:endParaRPr sz="2000">
              <a:latin typeface="Carlito"/>
              <a:cs typeface="Carlito"/>
            </a:endParaRPr>
          </a:p>
          <a:p>
            <a:pPr marL="1041400" marR="181610" indent="-285115">
              <a:lnSpc>
                <a:spcPct val="100000"/>
              </a:lnSpc>
              <a:spcBef>
                <a:spcPts val="600"/>
              </a:spcBef>
              <a:buFont typeface="Arial"/>
              <a:buChar char="•"/>
              <a:tabLst>
                <a:tab pos="1041400" algn="l"/>
              </a:tabLst>
            </a:pPr>
            <a:r>
              <a:rPr sz="2000" b="1" dirty="0">
                <a:solidFill>
                  <a:srgbClr val="1F487C"/>
                </a:solidFill>
                <a:latin typeface="Carlito"/>
                <a:cs typeface="Carlito"/>
              </a:rPr>
              <a:t>Data</a:t>
            </a:r>
            <a:r>
              <a:rPr sz="2000" b="1" spc="-60" dirty="0">
                <a:solidFill>
                  <a:srgbClr val="1F487C"/>
                </a:solidFill>
                <a:latin typeface="Carlito"/>
                <a:cs typeface="Carlito"/>
              </a:rPr>
              <a:t> </a:t>
            </a:r>
            <a:r>
              <a:rPr sz="2000" b="1" dirty="0">
                <a:solidFill>
                  <a:srgbClr val="1F487C"/>
                </a:solidFill>
                <a:latin typeface="Carlito"/>
                <a:cs typeface="Carlito"/>
              </a:rPr>
              <a:t>Analysis</a:t>
            </a:r>
            <a:r>
              <a:rPr sz="2000" b="1" spc="-60" dirty="0">
                <a:solidFill>
                  <a:srgbClr val="1F487C"/>
                </a:solidFill>
                <a:latin typeface="Carlito"/>
                <a:cs typeface="Carlito"/>
              </a:rPr>
              <a:t> </a:t>
            </a:r>
            <a:r>
              <a:rPr sz="2000" b="1" dirty="0">
                <a:solidFill>
                  <a:srgbClr val="1F487C"/>
                </a:solidFill>
                <a:latin typeface="Carlito"/>
                <a:cs typeface="Carlito"/>
              </a:rPr>
              <a:t>and</a:t>
            </a:r>
            <a:r>
              <a:rPr sz="2000" b="1" spc="-65" dirty="0">
                <a:solidFill>
                  <a:srgbClr val="1F487C"/>
                </a:solidFill>
                <a:latin typeface="Carlito"/>
                <a:cs typeface="Carlito"/>
              </a:rPr>
              <a:t> </a:t>
            </a:r>
            <a:r>
              <a:rPr sz="2000" b="1" dirty="0">
                <a:solidFill>
                  <a:srgbClr val="1F487C"/>
                </a:solidFill>
                <a:latin typeface="Carlito"/>
                <a:cs typeface="Carlito"/>
              </a:rPr>
              <a:t>Alerts</a:t>
            </a:r>
            <a:r>
              <a:rPr sz="2000" b="1" spc="-70" dirty="0">
                <a:solidFill>
                  <a:srgbClr val="1F487C"/>
                </a:solidFill>
                <a:latin typeface="Carlito"/>
                <a:cs typeface="Carlito"/>
              </a:rPr>
              <a:t> </a:t>
            </a:r>
            <a:r>
              <a:rPr sz="2000" dirty="0">
                <a:solidFill>
                  <a:srgbClr val="1F487C"/>
                </a:solidFill>
                <a:latin typeface="Rasa"/>
                <a:cs typeface="Rasa"/>
              </a:rPr>
              <a:t>–</a:t>
            </a:r>
            <a:r>
              <a:rPr sz="2000" spc="-40" dirty="0">
                <a:solidFill>
                  <a:srgbClr val="1F487C"/>
                </a:solidFill>
                <a:latin typeface="Rasa"/>
                <a:cs typeface="Rasa"/>
              </a:rPr>
              <a:t> </a:t>
            </a:r>
            <a:r>
              <a:rPr sz="2000" dirty="0">
                <a:solidFill>
                  <a:srgbClr val="1F487C"/>
                </a:solidFill>
                <a:latin typeface="Carlito"/>
                <a:cs typeface="Carlito"/>
              </a:rPr>
              <a:t>Implement</a:t>
            </a:r>
            <a:r>
              <a:rPr sz="2000" spc="-50" dirty="0">
                <a:solidFill>
                  <a:srgbClr val="1F487C"/>
                </a:solidFill>
                <a:latin typeface="Carlito"/>
                <a:cs typeface="Carlito"/>
              </a:rPr>
              <a:t> </a:t>
            </a:r>
            <a:r>
              <a:rPr sz="2000" dirty="0">
                <a:solidFill>
                  <a:srgbClr val="1F487C"/>
                </a:solidFill>
                <a:latin typeface="Carlito"/>
                <a:cs typeface="Carlito"/>
              </a:rPr>
              <a:t>data</a:t>
            </a:r>
            <a:r>
              <a:rPr sz="2000" spc="-55" dirty="0">
                <a:solidFill>
                  <a:srgbClr val="1F487C"/>
                </a:solidFill>
                <a:latin typeface="Carlito"/>
                <a:cs typeface="Carlito"/>
              </a:rPr>
              <a:t> </a:t>
            </a:r>
            <a:r>
              <a:rPr sz="2000" dirty="0">
                <a:solidFill>
                  <a:srgbClr val="1F487C"/>
                </a:solidFill>
                <a:latin typeface="Carlito"/>
                <a:cs typeface="Carlito"/>
              </a:rPr>
              <a:t>analysis</a:t>
            </a:r>
            <a:r>
              <a:rPr sz="2000" spc="-50" dirty="0">
                <a:solidFill>
                  <a:srgbClr val="1F487C"/>
                </a:solidFill>
                <a:latin typeface="Carlito"/>
                <a:cs typeface="Carlito"/>
              </a:rPr>
              <a:t> </a:t>
            </a:r>
            <a:r>
              <a:rPr sz="2000" spc="-10" dirty="0">
                <a:solidFill>
                  <a:srgbClr val="1F487C"/>
                </a:solidFill>
                <a:latin typeface="Carlito"/>
                <a:cs typeface="Carlito"/>
              </a:rPr>
              <a:t>features</a:t>
            </a:r>
            <a:r>
              <a:rPr sz="2000" spc="-50" dirty="0">
                <a:solidFill>
                  <a:srgbClr val="1F487C"/>
                </a:solidFill>
                <a:latin typeface="Carlito"/>
                <a:cs typeface="Carlito"/>
              </a:rPr>
              <a:t> </a:t>
            </a:r>
            <a:r>
              <a:rPr sz="2000" spc="-25" dirty="0">
                <a:solidFill>
                  <a:srgbClr val="1F487C"/>
                </a:solidFill>
                <a:latin typeface="Carlito"/>
                <a:cs typeface="Carlito"/>
              </a:rPr>
              <a:t>and real-</a:t>
            </a:r>
            <a:r>
              <a:rPr sz="2000" dirty="0">
                <a:solidFill>
                  <a:srgbClr val="1F487C"/>
                </a:solidFill>
                <a:latin typeface="Carlito"/>
                <a:cs typeface="Carlito"/>
              </a:rPr>
              <a:t>time</a:t>
            </a:r>
            <a:r>
              <a:rPr sz="2000" spc="-15" dirty="0">
                <a:solidFill>
                  <a:srgbClr val="1F487C"/>
                </a:solidFill>
                <a:latin typeface="Carlito"/>
                <a:cs typeface="Carlito"/>
              </a:rPr>
              <a:t> </a:t>
            </a:r>
            <a:r>
              <a:rPr sz="2000" dirty="0">
                <a:solidFill>
                  <a:srgbClr val="1F487C"/>
                </a:solidFill>
                <a:latin typeface="Carlito"/>
                <a:cs typeface="Carlito"/>
              </a:rPr>
              <a:t>alert</a:t>
            </a:r>
            <a:r>
              <a:rPr sz="2000" spc="-30" dirty="0">
                <a:solidFill>
                  <a:srgbClr val="1F487C"/>
                </a:solidFill>
                <a:latin typeface="Carlito"/>
                <a:cs typeface="Carlito"/>
              </a:rPr>
              <a:t> </a:t>
            </a:r>
            <a:r>
              <a:rPr sz="2000" spc="-10" dirty="0">
                <a:solidFill>
                  <a:srgbClr val="1F487C"/>
                </a:solidFill>
                <a:latin typeface="Carlito"/>
                <a:cs typeface="Carlito"/>
              </a:rPr>
              <a:t>notifications</a:t>
            </a:r>
            <a:r>
              <a:rPr sz="2000" spc="-35" dirty="0">
                <a:solidFill>
                  <a:srgbClr val="1F487C"/>
                </a:solidFill>
                <a:latin typeface="Carlito"/>
                <a:cs typeface="Carlito"/>
              </a:rPr>
              <a:t> </a:t>
            </a:r>
            <a:r>
              <a:rPr sz="2000" dirty="0">
                <a:solidFill>
                  <a:srgbClr val="1F487C"/>
                </a:solidFill>
                <a:latin typeface="Carlito"/>
                <a:cs typeface="Carlito"/>
              </a:rPr>
              <a:t>for</a:t>
            </a:r>
            <a:r>
              <a:rPr sz="2000" spc="-50" dirty="0">
                <a:solidFill>
                  <a:srgbClr val="1F487C"/>
                </a:solidFill>
                <a:latin typeface="Carlito"/>
                <a:cs typeface="Carlito"/>
              </a:rPr>
              <a:t> </a:t>
            </a:r>
            <a:r>
              <a:rPr sz="2000" dirty="0">
                <a:solidFill>
                  <a:srgbClr val="1F487C"/>
                </a:solidFill>
                <a:latin typeface="Carlito"/>
                <a:cs typeface="Carlito"/>
              </a:rPr>
              <a:t>critical</a:t>
            </a:r>
            <a:r>
              <a:rPr sz="2000" spc="-35" dirty="0">
                <a:solidFill>
                  <a:srgbClr val="1F487C"/>
                </a:solidFill>
                <a:latin typeface="Carlito"/>
                <a:cs typeface="Carlito"/>
              </a:rPr>
              <a:t> </a:t>
            </a:r>
            <a:r>
              <a:rPr sz="2000" dirty="0">
                <a:solidFill>
                  <a:srgbClr val="1F487C"/>
                </a:solidFill>
                <a:latin typeface="Carlito"/>
                <a:cs typeface="Carlito"/>
              </a:rPr>
              <a:t>air</a:t>
            </a:r>
            <a:r>
              <a:rPr sz="2000" spc="-45" dirty="0">
                <a:solidFill>
                  <a:srgbClr val="1F487C"/>
                </a:solidFill>
                <a:latin typeface="Carlito"/>
                <a:cs typeface="Carlito"/>
              </a:rPr>
              <a:t> </a:t>
            </a:r>
            <a:r>
              <a:rPr sz="2000" dirty="0">
                <a:solidFill>
                  <a:srgbClr val="1F487C"/>
                </a:solidFill>
                <a:latin typeface="Carlito"/>
                <a:cs typeface="Carlito"/>
              </a:rPr>
              <a:t>quality</a:t>
            </a:r>
            <a:r>
              <a:rPr sz="2000" spc="-35" dirty="0">
                <a:solidFill>
                  <a:srgbClr val="1F487C"/>
                </a:solidFill>
                <a:latin typeface="Carlito"/>
                <a:cs typeface="Carlito"/>
              </a:rPr>
              <a:t> </a:t>
            </a:r>
            <a:r>
              <a:rPr sz="2000" spc="-10" dirty="0">
                <a:solidFill>
                  <a:srgbClr val="1F487C"/>
                </a:solidFill>
                <a:latin typeface="Carlito"/>
                <a:cs typeface="Carlito"/>
              </a:rPr>
              <a:t>levels.</a:t>
            </a:r>
            <a:endParaRPr sz="2000">
              <a:latin typeface="Carlito"/>
              <a:cs typeface="Carlito"/>
            </a:endParaRPr>
          </a:p>
        </p:txBody>
      </p:sp>
      <p:pic>
        <p:nvPicPr>
          <p:cNvPr id="5" name="object 5"/>
          <p:cNvPicPr/>
          <p:nvPr/>
        </p:nvPicPr>
        <p:blipFill>
          <a:blip r:embed="rId3" cstate="print"/>
          <a:stretch>
            <a:fillRect/>
          </a:stretch>
        </p:blipFill>
        <p:spPr>
          <a:xfrm>
            <a:off x="9828403" y="2979619"/>
            <a:ext cx="2363597" cy="3878378"/>
          </a:xfrm>
          <a:prstGeom prst="rect">
            <a:avLst/>
          </a:prstGeom>
        </p:spPr>
      </p:pic>
      <p:pic>
        <p:nvPicPr>
          <p:cNvPr id="6" name="object 6"/>
          <p:cNvPicPr/>
          <p:nvPr/>
        </p:nvPicPr>
        <p:blipFill>
          <a:blip r:embed="rId4" cstate="print"/>
          <a:stretch>
            <a:fillRect/>
          </a:stretch>
        </p:blipFill>
        <p:spPr>
          <a:xfrm>
            <a:off x="10024871" y="3016160"/>
            <a:ext cx="2167128" cy="38418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C0504D"/>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1482090">
              <a:lnSpc>
                <a:spcPct val="100000"/>
              </a:lnSpc>
              <a:spcBef>
                <a:spcPts val="105"/>
              </a:spcBef>
            </a:pPr>
            <a:r>
              <a:rPr b="1" dirty="0">
                <a:solidFill>
                  <a:srgbClr val="FFFFFF"/>
                </a:solidFill>
                <a:latin typeface="Carlito"/>
                <a:cs typeface="Carlito"/>
              </a:rPr>
              <a:t>Social</a:t>
            </a:r>
            <a:r>
              <a:rPr b="1" spc="-60" dirty="0">
                <a:solidFill>
                  <a:srgbClr val="FFFFFF"/>
                </a:solidFill>
                <a:latin typeface="Carlito"/>
                <a:cs typeface="Carlito"/>
              </a:rPr>
              <a:t> </a:t>
            </a:r>
            <a:r>
              <a:rPr b="1" dirty="0">
                <a:solidFill>
                  <a:srgbClr val="FFFFFF"/>
                </a:solidFill>
                <a:latin typeface="Carlito"/>
                <a:cs typeface="Carlito"/>
              </a:rPr>
              <a:t>and</a:t>
            </a:r>
            <a:r>
              <a:rPr b="1" spc="-40" dirty="0">
                <a:solidFill>
                  <a:srgbClr val="FFFFFF"/>
                </a:solidFill>
                <a:latin typeface="Carlito"/>
                <a:cs typeface="Carlito"/>
              </a:rPr>
              <a:t> </a:t>
            </a:r>
            <a:r>
              <a:rPr b="1" spc="-10" dirty="0">
                <a:solidFill>
                  <a:srgbClr val="FFFFFF"/>
                </a:solidFill>
                <a:latin typeface="Carlito"/>
                <a:cs typeface="Carlito"/>
              </a:rPr>
              <a:t>Environmental</a:t>
            </a:r>
            <a:r>
              <a:rPr b="1" spc="-80" dirty="0">
                <a:solidFill>
                  <a:srgbClr val="FFFFFF"/>
                </a:solidFill>
                <a:latin typeface="Carlito"/>
                <a:cs typeface="Carlito"/>
              </a:rPr>
              <a:t> </a:t>
            </a:r>
            <a:r>
              <a:rPr b="1" spc="-10" dirty="0">
                <a:solidFill>
                  <a:srgbClr val="FFFFFF"/>
                </a:solidFill>
                <a:latin typeface="Carlito"/>
                <a:cs typeface="Carlito"/>
              </a:rPr>
              <a:t>Impact</a:t>
            </a:r>
          </a:p>
        </p:txBody>
      </p:sp>
      <p:pic>
        <p:nvPicPr>
          <p:cNvPr id="4" name="object 4"/>
          <p:cNvPicPr/>
          <p:nvPr/>
        </p:nvPicPr>
        <p:blipFill>
          <a:blip r:embed="rId2" cstate="print"/>
          <a:stretch>
            <a:fillRect/>
          </a:stretch>
        </p:blipFill>
        <p:spPr>
          <a:xfrm>
            <a:off x="579119" y="1588008"/>
            <a:ext cx="11033760" cy="4768595"/>
          </a:xfrm>
          <a:prstGeom prst="rect">
            <a:avLst/>
          </a:prstGeom>
        </p:spPr>
      </p:pic>
      <p:sp>
        <p:nvSpPr>
          <p:cNvPr id="5" name="object 5"/>
          <p:cNvSpPr txBox="1"/>
          <p:nvPr/>
        </p:nvSpPr>
        <p:spPr>
          <a:xfrm>
            <a:off x="844397" y="2915157"/>
            <a:ext cx="1836420" cy="2035175"/>
          </a:xfrm>
          <a:prstGeom prst="rect">
            <a:avLst/>
          </a:prstGeom>
        </p:spPr>
        <p:txBody>
          <a:bodyPr vert="horz" wrap="square" lIns="0" tIns="44450" rIns="0" bIns="0" rtlCol="0">
            <a:spAutoFit/>
          </a:bodyPr>
          <a:lstStyle/>
          <a:p>
            <a:pPr marL="236220" marR="227965" algn="ctr">
              <a:lnSpc>
                <a:spcPts val="1440"/>
              </a:lnSpc>
              <a:spcBef>
                <a:spcPts val="350"/>
              </a:spcBef>
            </a:pPr>
            <a:r>
              <a:rPr sz="1400" b="1" dirty="0">
                <a:latin typeface="Times New Roman"/>
                <a:cs typeface="Times New Roman"/>
              </a:rPr>
              <a:t>Health</a:t>
            </a:r>
            <a:r>
              <a:rPr sz="1400" b="1" spc="-40"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spc="-10" dirty="0">
                <a:latin typeface="Times New Roman"/>
                <a:cs typeface="Times New Roman"/>
              </a:rPr>
              <a:t>Safety Awareness</a:t>
            </a:r>
            <a:endParaRPr sz="1400">
              <a:latin typeface="Times New Roman"/>
              <a:cs typeface="Times New Roman"/>
            </a:endParaRPr>
          </a:p>
          <a:p>
            <a:pPr marL="12700" marR="5080" indent="-1270" algn="ctr">
              <a:lnSpc>
                <a:spcPct val="86300"/>
              </a:lnSpc>
              <a:spcBef>
                <a:spcPts val="1100"/>
              </a:spcBef>
            </a:pPr>
            <a:r>
              <a:rPr sz="1400" dirty="0">
                <a:latin typeface="Times New Roman"/>
                <a:cs typeface="Times New Roman"/>
              </a:rPr>
              <a:t>Promotes</a:t>
            </a:r>
            <a:r>
              <a:rPr sz="1400" spc="-50" dirty="0">
                <a:latin typeface="Times New Roman"/>
                <a:cs typeface="Times New Roman"/>
              </a:rPr>
              <a:t> </a:t>
            </a:r>
            <a:r>
              <a:rPr sz="1400" spc="-10" dirty="0">
                <a:latin typeface="Times New Roman"/>
                <a:cs typeface="Times New Roman"/>
              </a:rPr>
              <a:t>public </a:t>
            </a:r>
            <a:r>
              <a:rPr sz="1400" dirty="0">
                <a:latin typeface="Times New Roman"/>
                <a:cs typeface="Times New Roman"/>
              </a:rPr>
              <a:t>awareness</a:t>
            </a:r>
            <a:r>
              <a:rPr sz="1400" spc="-3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indoor</a:t>
            </a:r>
            <a:r>
              <a:rPr sz="1400" spc="-20" dirty="0">
                <a:latin typeface="Times New Roman"/>
                <a:cs typeface="Times New Roman"/>
              </a:rPr>
              <a:t> </a:t>
            </a:r>
            <a:r>
              <a:rPr sz="1400" spc="-25" dirty="0">
                <a:latin typeface="Times New Roman"/>
                <a:cs typeface="Times New Roman"/>
              </a:rPr>
              <a:t>air </a:t>
            </a:r>
            <a:r>
              <a:rPr sz="1400" spc="-10" dirty="0">
                <a:latin typeface="Times New Roman"/>
                <a:cs typeface="Times New Roman"/>
              </a:rPr>
              <a:t>quality,</a:t>
            </a:r>
            <a:r>
              <a:rPr sz="1400" spc="-45" dirty="0">
                <a:latin typeface="Times New Roman"/>
                <a:cs typeface="Times New Roman"/>
              </a:rPr>
              <a:t> </a:t>
            </a:r>
            <a:r>
              <a:rPr sz="1400" dirty="0">
                <a:latin typeface="Times New Roman"/>
                <a:cs typeface="Times New Roman"/>
              </a:rPr>
              <a:t>helping</a:t>
            </a:r>
            <a:r>
              <a:rPr sz="1400" spc="-55" dirty="0">
                <a:latin typeface="Times New Roman"/>
                <a:cs typeface="Times New Roman"/>
              </a:rPr>
              <a:t> </a:t>
            </a:r>
            <a:r>
              <a:rPr sz="1400" spc="-20" dirty="0">
                <a:latin typeface="Times New Roman"/>
                <a:cs typeface="Times New Roman"/>
              </a:rPr>
              <a:t>users </a:t>
            </a:r>
            <a:r>
              <a:rPr sz="1400" dirty="0">
                <a:latin typeface="Times New Roman"/>
                <a:cs typeface="Times New Roman"/>
              </a:rPr>
              <a:t>identify</a:t>
            </a:r>
            <a:r>
              <a:rPr sz="1400" spc="-50" dirty="0">
                <a:latin typeface="Times New Roman"/>
                <a:cs typeface="Times New Roman"/>
              </a:rPr>
              <a:t> </a:t>
            </a:r>
            <a:r>
              <a:rPr sz="1400" dirty="0">
                <a:latin typeface="Times New Roman"/>
                <a:cs typeface="Times New Roman"/>
              </a:rPr>
              <a:t>harmful</a:t>
            </a:r>
            <a:r>
              <a:rPr sz="1400" spc="-25" dirty="0">
                <a:latin typeface="Times New Roman"/>
                <a:cs typeface="Times New Roman"/>
              </a:rPr>
              <a:t> </a:t>
            </a:r>
            <a:r>
              <a:rPr sz="1400" dirty="0">
                <a:latin typeface="Times New Roman"/>
                <a:cs typeface="Times New Roman"/>
              </a:rPr>
              <a:t>levels</a:t>
            </a:r>
            <a:r>
              <a:rPr sz="1400" spc="-30" dirty="0">
                <a:latin typeface="Times New Roman"/>
                <a:cs typeface="Times New Roman"/>
              </a:rPr>
              <a:t> </a:t>
            </a:r>
            <a:r>
              <a:rPr sz="1400" spc="-25" dirty="0">
                <a:latin typeface="Times New Roman"/>
                <a:cs typeface="Times New Roman"/>
              </a:rPr>
              <a:t>of </a:t>
            </a:r>
            <a:r>
              <a:rPr sz="1400" dirty="0">
                <a:latin typeface="Times New Roman"/>
                <a:cs typeface="Times New Roman"/>
              </a:rPr>
              <a:t>pollutants</a:t>
            </a:r>
            <a:r>
              <a:rPr sz="1400" spc="-55" dirty="0">
                <a:latin typeface="Times New Roman"/>
                <a:cs typeface="Times New Roman"/>
              </a:rPr>
              <a:t> </a:t>
            </a:r>
            <a:r>
              <a:rPr sz="1400" dirty="0">
                <a:latin typeface="Times New Roman"/>
                <a:cs typeface="Times New Roman"/>
              </a:rPr>
              <a:t>that</a:t>
            </a:r>
            <a:r>
              <a:rPr sz="1400" spc="-35" dirty="0">
                <a:latin typeface="Times New Roman"/>
                <a:cs typeface="Times New Roman"/>
              </a:rPr>
              <a:t> </a:t>
            </a:r>
            <a:r>
              <a:rPr sz="1400" dirty="0">
                <a:latin typeface="Times New Roman"/>
                <a:cs typeface="Times New Roman"/>
              </a:rPr>
              <a:t>can</a:t>
            </a:r>
            <a:r>
              <a:rPr sz="1400" spc="-10" dirty="0">
                <a:latin typeface="Times New Roman"/>
                <a:cs typeface="Times New Roman"/>
              </a:rPr>
              <a:t> affect </a:t>
            </a:r>
            <a:r>
              <a:rPr sz="1400" dirty="0">
                <a:latin typeface="Times New Roman"/>
                <a:cs typeface="Times New Roman"/>
              </a:rPr>
              <a:t>respiratory</a:t>
            </a:r>
            <a:r>
              <a:rPr sz="1400" spc="-65" dirty="0">
                <a:latin typeface="Times New Roman"/>
                <a:cs typeface="Times New Roman"/>
              </a:rPr>
              <a:t> </a:t>
            </a:r>
            <a:r>
              <a:rPr sz="1400" spc="-10" dirty="0">
                <a:latin typeface="Times New Roman"/>
                <a:cs typeface="Times New Roman"/>
              </a:rPr>
              <a:t>health, </a:t>
            </a:r>
            <a:r>
              <a:rPr sz="1400" dirty="0">
                <a:latin typeface="Times New Roman"/>
                <a:cs typeface="Times New Roman"/>
              </a:rPr>
              <a:t>especially</a:t>
            </a:r>
            <a:r>
              <a:rPr sz="1400" spc="-45"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spc="-10" dirty="0">
                <a:latin typeface="Times New Roman"/>
                <a:cs typeface="Times New Roman"/>
              </a:rPr>
              <a:t>vulnerable populations.</a:t>
            </a:r>
            <a:endParaRPr sz="1400">
              <a:latin typeface="Times New Roman"/>
              <a:cs typeface="Times New Roman"/>
            </a:endParaRPr>
          </a:p>
        </p:txBody>
      </p:sp>
      <p:sp>
        <p:nvSpPr>
          <p:cNvPr id="6" name="object 6"/>
          <p:cNvSpPr txBox="1"/>
          <p:nvPr/>
        </p:nvSpPr>
        <p:spPr>
          <a:xfrm>
            <a:off x="3010661" y="2924682"/>
            <a:ext cx="1818639" cy="1619250"/>
          </a:xfrm>
          <a:prstGeom prst="rect">
            <a:avLst/>
          </a:prstGeom>
        </p:spPr>
        <p:txBody>
          <a:bodyPr vert="horz" wrap="square" lIns="0" tIns="44450" rIns="0" bIns="0" rtlCol="0">
            <a:spAutoFit/>
          </a:bodyPr>
          <a:lstStyle/>
          <a:p>
            <a:pPr marL="344805" marR="318770" algn="ctr">
              <a:lnSpc>
                <a:spcPts val="1440"/>
              </a:lnSpc>
              <a:spcBef>
                <a:spcPts val="350"/>
              </a:spcBef>
            </a:pPr>
            <a:r>
              <a:rPr sz="1400" b="1" spc="-10" dirty="0">
                <a:latin typeface="Times New Roman"/>
                <a:cs typeface="Times New Roman"/>
              </a:rPr>
              <a:t>Environmental Monitoring</a:t>
            </a:r>
            <a:endParaRPr sz="1400">
              <a:latin typeface="Times New Roman"/>
              <a:cs typeface="Times New Roman"/>
            </a:endParaRPr>
          </a:p>
          <a:p>
            <a:pPr marL="12700" marR="5080" algn="ctr">
              <a:lnSpc>
                <a:spcPct val="86200"/>
              </a:lnSpc>
              <a:spcBef>
                <a:spcPts val="730"/>
              </a:spcBef>
            </a:pPr>
            <a:r>
              <a:rPr sz="1400" dirty="0">
                <a:latin typeface="Times New Roman"/>
                <a:cs typeface="Times New Roman"/>
              </a:rPr>
              <a:t>Supports</a:t>
            </a:r>
            <a:r>
              <a:rPr sz="1400" spc="-60" dirty="0">
                <a:latin typeface="Times New Roman"/>
                <a:cs typeface="Times New Roman"/>
              </a:rPr>
              <a:t> </a:t>
            </a:r>
            <a:r>
              <a:rPr sz="1400" dirty="0">
                <a:latin typeface="Times New Roman"/>
                <a:cs typeface="Times New Roman"/>
              </a:rPr>
              <a:t>efforts</a:t>
            </a:r>
            <a:r>
              <a:rPr sz="1400" spc="-45" dirty="0">
                <a:latin typeface="Times New Roman"/>
                <a:cs typeface="Times New Roman"/>
              </a:rPr>
              <a:t> </a:t>
            </a:r>
            <a:r>
              <a:rPr sz="1400" spc="-25" dirty="0">
                <a:latin typeface="Times New Roman"/>
                <a:cs typeface="Times New Roman"/>
              </a:rPr>
              <a:t>to </a:t>
            </a:r>
            <a:r>
              <a:rPr sz="1400" dirty="0">
                <a:latin typeface="Times New Roman"/>
                <a:cs typeface="Times New Roman"/>
              </a:rPr>
              <a:t>monitor</a:t>
            </a:r>
            <a:r>
              <a:rPr sz="1400" spc="-30"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reduce</a:t>
            </a:r>
            <a:r>
              <a:rPr sz="1400" spc="-40" dirty="0">
                <a:latin typeface="Times New Roman"/>
                <a:cs typeface="Times New Roman"/>
              </a:rPr>
              <a:t> </a:t>
            </a:r>
            <a:r>
              <a:rPr sz="1400" spc="-25" dirty="0">
                <a:latin typeface="Times New Roman"/>
                <a:cs typeface="Times New Roman"/>
              </a:rPr>
              <a:t>air </a:t>
            </a:r>
            <a:r>
              <a:rPr sz="1400" dirty="0">
                <a:latin typeface="Times New Roman"/>
                <a:cs typeface="Times New Roman"/>
              </a:rPr>
              <a:t>pollution</a:t>
            </a:r>
            <a:r>
              <a:rPr sz="1400" spc="-55" dirty="0">
                <a:latin typeface="Times New Roman"/>
                <a:cs typeface="Times New Roman"/>
              </a:rPr>
              <a:t> </a:t>
            </a:r>
            <a:r>
              <a:rPr sz="1400" dirty="0">
                <a:latin typeface="Times New Roman"/>
                <a:cs typeface="Times New Roman"/>
              </a:rPr>
              <a:t>by</a:t>
            </a:r>
            <a:r>
              <a:rPr sz="1400" spc="-25" dirty="0">
                <a:latin typeface="Times New Roman"/>
                <a:cs typeface="Times New Roman"/>
              </a:rPr>
              <a:t> </a:t>
            </a:r>
            <a:r>
              <a:rPr sz="1400" spc="-10" dirty="0">
                <a:latin typeface="Times New Roman"/>
                <a:cs typeface="Times New Roman"/>
              </a:rPr>
              <a:t>providing accessible,</a:t>
            </a:r>
            <a:r>
              <a:rPr sz="1400" spc="-20" dirty="0">
                <a:latin typeface="Times New Roman"/>
                <a:cs typeface="Times New Roman"/>
              </a:rPr>
              <a:t> </a:t>
            </a:r>
            <a:r>
              <a:rPr sz="1400" dirty="0">
                <a:latin typeface="Times New Roman"/>
                <a:cs typeface="Times New Roman"/>
              </a:rPr>
              <a:t>real-time</a:t>
            </a:r>
            <a:r>
              <a:rPr sz="1400" spc="5" dirty="0">
                <a:latin typeface="Times New Roman"/>
                <a:cs typeface="Times New Roman"/>
              </a:rPr>
              <a:t> </a:t>
            </a:r>
            <a:r>
              <a:rPr sz="1400" spc="-20" dirty="0">
                <a:latin typeface="Times New Roman"/>
                <a:cs typeface="Times New Roman"/>
              </a:rPr>
              <a:t>data </a:t>
            </a:r>
            <a:r>
              <a:rPr sz="1400" dirty="0">
                <a:latin typeface="Times New Roman"/>
                <a:cs typeface="Times New Roman"/>
              </a:rPr>
              <a:t>on</a:t>
            </a:r>
            <a:r>
              <a:rPr sz="1400" spc="-15" dirty="0">
                <a:latin typeface="Times New Roman"/>
                <a:cs typeface="Times New Roman"/>
              </a:rPr>
              <a:t> </a:t>
            </a:r>
            <a:r>
              <a:rPr sz="1400" dirty="0">
                <a:latin typeface="Times New Roman"/>
                <a:cs typeface="Times New Roman"/>
              </a:rPr>
              <a:t>key</a:t>
            </a:r>
            <a:r>
              <a:rPr sz="1400" spc="-20" dirty="0">
                <a:latin typeface="Times New Roman"/>
                <a:cs typeface="Times New Roman"/>
              </a:rPr>
              <a:t> </a:t>
            </a:r>
            <a:r>
              <a:rPr sz="1400" spc="-10" dirty="0">
                <a:latin typeface="Times New Roman"/>
                <a:cs typeface="Times New Roman"/>
              </a:rPr>
              <a:t>environmental metrics.</a:t>
            </a:r>
            <a:endParaRPr sz="1400">
              <a:latin typeface="Times New Roman"/>
              <a:cs typeface="Times New Roman"/>
            </a:endParaRPr>
          </a:p>
        </p:txBody>
      </p:sp>
      <p:sp>
        <p:nvSpPr>
          <p:cNvPr id="7" name="object 7"/>
          <p:cNvSpPr txBox="1"/>
          <p:nvPr/>
        </p:nvSpPr>
        <p:spPr>
          <a:xfrm>
            <a:off x="5175884" y="2941701"/>
            <a:ext cx="184150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Times New Roman"/>
                <a:cs typeface="Times New Roman"/>
              </a:rPr>
              <a:t>Use</a:t>
            </a:r>
            <a:r>
              <a:rPr sz="1400" b="1" spc="-20" dirty="0">
                <a:latin typeface="Times New Roman"/>
                <a:cs typeface="Times New Roman"/>
              </a:rPr>
              <a:t> </a:t>
            </a:r>
            <a:r>
              <a:rPr sz="1400" b="1" dirty="0">
                <a:latin typeface="Times New Roman"/>
                <a:cs typeface="Times New Roman"/>
              </a:rPr>
              <a:t>Case</a:t>
            </a:r>
            <a:r>
              <a:rPr sz="1400" b="1" spc="-35" dirty="0">
                <a:latin typeface="Times New Roman"/>
                <a:cs typeface="Times New Roman"/>
              </a:rPr>
              <a:t> </a:t>
            </a:r>
            <a:r>
              <a:rPr sz="1400" b="1" dirty="0">
                <a:latin typeface="Times New Roman"/>
                <a:cs typeface="Times New Roman"/>
              </a:rPr>
              <a:t>During</a:t>
            </a:r>
            <a:r>
              <a:rPr sz="1400" b="1" spc="-40" dirty="0">
                <a:latin typeface="Times New Roman"/>
                <a:cs typeface="Times New Roman"/>
              </a:rPr>
              <a:t> </a:t>
            </a:r>
            <a:r>
              <a:rPr sz="1400" b="1" spc="-10" dirty="0">
                <a:latin typeface="Times New Roman"/>
                <a:cs typeface="Times New Roman"/>
              </a:rPr>
              <a:t>Diwali</a:t>
            </a:r>
            <a:endParaRPr sz="1400">
              <a:latin typeface="Times New Roman"/>
              <a:cs typeface="Times New Roman"/>
            </a:endParaRPr>
          </a:p>
        </p:txBody>
      </p:sp>
      <p:sp>
        <p:nvSpPr>
          <p:cNvPr id="8" name="object 8"/>
          <p:cNvSpPr txBox="1"/>
          <p:nvPr/>
        </p:nvSpPr>
        <p:spPr>
          <a:xfrm>
            <a:off x="5171313" y="3384930"/>
            <a:ext cx="1847214" cy="2631440"/>
          </a:xfrm>
          <a:prstGeom prst="rect">
            <a:avLst/>
          </a:prstGeom>
        </p:spPr>
        <p:txBody>
          <a:bodyPr vert="horz" wrap="square" lIns="0" tIns="42545" rIns="0" bIns="0" rtlCol="0">
            <a:spAutoFit/>
          </a:bodyPr>
          <a:lstStyle/>
          <a:p>
            <a:pPr marL="48895" marR="17145" indent="-22860" algn="just">
              <a:lnSpc>
                <a:spcPct val="86100"/>
              </a:lnSpc>
              <a:spcBef>
                <a:spcPts val="335"/>
              </a:spcBef>
            </a:pPr>
            <a:r>
              <a:rPr sz="1400" dirty="0">
                <a:latin typeface="Times New Roman"/>
                <a:cs typeface="Times New Roman"/>
              </a:rPr>
              <a:t>During</a:t>
            </a:r>
            <a:r>
              <a:rPr sz="1400" spc="-40" dirty="0">
                <a:latin typeface="Times New Roman"/>
                <a:cs typeface="Times New Roman"/>
              </a:rPr>
              <a:t> </a:t>
            </a:r>
            <a:r>
              <a:rPr sz="1400" dirty="0">
                <a:latin typeface="Times New Roman"/>
                <a:cs typeface="Times New Roman"/>
              </a:rPr>
              <a:t>Diwali,</a:t>
            </a:r>
            <a:r>
              <a:rPr sz="1400" spc="-35" dirty="0">
                <a:latin typeface="Times New Roman"/>
                <a:cs typeface="Times New Roman"/>
              </a:rPr>
              <a:t> </a:t>
            </a:r>
            <a:r>
              <a:rPr sz="1400" spc="-10" dirty="0">
                <a:latin typeface="Times New Roman"/>
                <a:cs typeface="Times New Roman"/>
              </a:rPr>
              <a:t>increased </a:t>
            </a:r>
            <a:r>
              <a:rPr sz="1400" dirty="0">
                <a:latin typeface="Times New Roman"/>
                <a:cs typeface="Times New Roman"/>
              </a:rPr>
              <a:t>fireworks</a:t>
            </a:r>
            <a:r>
              <a:rPr sz="1400" spc="-40" dirty="0">
                <a:latin typeface="Times New Roman"/>
                <a:cs typeface="Times New Roman"/>
              </a:rPr>
              <a:t> </a:t>
            </a:r>
            <a:r>
              <a:rPr sz="1400" dirty="0">
                <a:latin typeface="Times New Roman"/>
                <a:cs typeface="Times New Roman"/>
              </a:rPr>
              <a:t>lead</a:t>
            </a:r>
            <a:r>
              <a:rPr sz="1400" spc="-15"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a</a:t>
            </a:r>
            <a:r>
              <a:rPr sz="1400" spc="-5" dirty="0">
                <a:latin typeface="Times New Roman"/>
                <a:cs typeface="Times New Roman"/>
              </a:rPr>
              <a:t> </a:t>
            </a:r>
            <a:r>
              <a:rPr sz="1400" spc="-10" dirty="0">
                <a:latin typeface="Times New Roman"/>
                <a:cs typeface="Times New Roman"/>
              </a:rPr>
              <a:t>spike </a:t>
            </a:r>
            <a:r>
              <a:rPr sz="1400" dirty="0">
                <a:latin typeface="Times New Roman"/>
                <a:cs typeface="Times New Roman"/>
              </a:rPr>
              <a:t>in</a:t>
            </a:r>
            <a:r>
              <a:rPr sz="1400" spc="-25" dirty="0">
                <a:latin typeface="Times New Roman"/>
                <a:cs typeface="Times New Roman"/>
              </a:rPr>
              <a:t> </a:t>
            </a:r>
            <a:r>
              <a:rPr sz="1400" dirty="0">
                <a:latin typeface="Times New Roman"/>
                <a:cs typeface="Times New Roman"/>
              </a:rPr>
              <a:t>air</a:t>
            </a:r>
            <a:r>
              <a:rPr sz="1400" spc="-20" dirty="0">
                <a:latin typeface="Times New Roman"/>
                <a:cs typeface="Times New Roman"/>
              </a:rPr>
              <a:t> </a:t>
            </a:r>
            <a:r>
              <a:rPr sz="1400" dirty="0">
                <a:latin typeface="Times New Roman"/>
                <a:cs typeface="Times New Roman"/>
              </a:rPr>
              <a:t>pollution</a:t>
            </a:r>
            <a:r>
              <a:rPr sz="1400" spc="-10" dirty="0">
                <a:latin typeface="Times New Roman"/>
                <a:cs typeface="Times New Roman"/>
              </a:rPr>
              <a:t> levels.</a:t>
            </a:r>
            <a:endParaRPr sz="1400">
              <a:latin typeface="Times New Roman"/>
              <a:cs typeface="Times New Roman"/>
            </a:endParaRPr>
          </a:p>
          <a:p>
            <a:pPr marL="12700" marR="5080" indent="-635" algn="ctr">
              <a:lnSpc>
                <a:spcPct val="86200"/>
              </a:lnSpc>
              <a:spcBef>
                <a:spcPts val="5"/>
              </a:spcBef>
            </a:pPr>
            <a:r>
              <a:rPr sz="1400" dirty="0">
                <a:latin typeface="Times New Roman"/>
                <a:cs typeface="Times New Roman"/>
              </a:rPr>
              <a:t>This</a:t>
            </a:r>
            <a:r>
              <a:rPr sz="1400" spc="-40" dirty="0">
                <a:latin typeface="Times New Roman"/>
                <a:cs typeface="Times New Roman"/>
              </a:rPr>
              <a:t> </a:t>
            </a:r>
            <a:r>
              <a:rPr sz="1400" dirty="0">
                <a:latin typeface="Times New Roman"/>
                <a:cs typeface="Times New Roman"/>
              </a:rPr>
              <a:t>system</a:t>
            </a:r>
            <a:r>
              <a:rPr sz="1400" spc="-45" dirty="0">
                <a:latin typeface="Times New Roman"/>
                <a:cs typeface="Times New Roman"/>
              </a:rPr>
              <a:t> </a:t>
            </a:r>
            <a:r>
              <a:rPr sz="1400" spc="-10" dirty="0">
                <a:latin typeface="Times New Roman"/>
                <a:cs typeface="Times New Roman"/>
              </a:rPr>
              <a:t>allows </a:t>
            </a:r>
            <a:r>
              <a:rPr sz="1400" dirty="0">
                <a:latin typeface="Times New Roman"/>
                <a:cs typeface="Times New Roman"/>
              </a:rPr>
              <a:t>households</a:t>
            </a:r>
            <a:r>
              <a:rPr sz="1400" spc="-60"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dirty="0">
                <a:latin typeface="Times New Roman"/>
                <a:cs typeface="Times New Roman"/>
              </a:rPr>
              <a:t>monitor</a:t>
            </a:r>
            <a:r>
              <a:rPr sz="1400" spc="-30" dirty="0">
                <a:latin typeface="Times New Roman"/>
                <a:cs typeface="Times New Roman"/>
              </a:rPr>
              <a:t> </a:t>
            </a:r>
            <a:r>
              <a:rPr sz="1400" spc="-25" dirty="0">
                <a:latin typeface="Times New Roman"/>
                <a:cs typeface="Times New Roman"/>
              </a:rPr>
              <a:t>air </a:t>
            </a:r>
            <a:r>
              <a:rPr sz="1400" dirty="0">
                <a:latin typeface="Times New Roman"/>
                <a:cs typeface="Times New Roman"/>
              </a:rPr>
              <a:t>quality</a:t>
            </a:r>
            <a:r>
              <a:rPr sz="1400" spc="-35" dirty="0">
                <a:latin typeface="Times New Roman"/>
                <a:cs typeface="Times New Roman"/>
              </a:rPr>
              <a:t> </a:t>
            </a:r>
            <a:r>
              <a:rPr sz="1400" dirty="0">
                <a:latin typeface="Times New Roman"/>
                <a:cs typeface="Times New Roman"/>
              </a:rPr>
              <a:t>in</a:t>
            </a:r>
            <a:r>
              <a:rPr sz="1400" spc="-5" dirty="0">
                <a:latin typeface="Times New Roman"/>
                <a:cs typeface="Times New Roman"/>
              </a:rPr>
              <a:t> </a:t>
            </a:r>
            <a:r>
              <a:rPr sz="1400" dirty="0">
                <a:latin typeface="Times New Roman"/>
                <a:cs typeface="Times New Roman"/>
              </a:rPr>
              <a:t>real-</a:t>
            </a:r>
            <a:r>
              <a:rPr sz="1400" spc="-10" dirty="0">
                <a:latin typeface="Times New Roman"/>
                <a:cs typeface="Times New Roman"/>
              </a:rPr>
              <a:t>time, </a:t>
            </a:r>
            <a:r>
              <a:rPr sz="1400" dirty="0">
                <a:latin typeface="Times New Roman"/>
                <a:cs typeface="Times New Roman"/>
              </a:rPr>
              <a:t>helping</a:t>
            </a:r>
            <a:r>
              <a:rPr sz="1400" spc="-55" dirty="0">
                <a:latin typeface="Times New Roman"/>
                <a:cs typeface="Times New Roman"/>
              </a:rPr>
              <a:t> </a:t>
            </a:r>
            <a:r>
              <a:rPr sz="1400" dirty="0">
                <a:latin typeface="Times New Roman"/>
                <a:cs typeface="Times New Roman"/>
              </a:rPr>
              <a:t>them</a:t>
            </a:r>
            <a:r>
              <a:rPr sz="1400" spc="-20" dirty="0">
                <a:latin typeface="Times New Roman"/>
                <a:cs typeface="Times New Roman"/>
              </a:rPr>
              <a:t> make </a:t>
            </a:r>
            <a:r>
              <a:rPr sz="1400" dirty="0">
                <a:latin typeface="Times New Roman"/>
                <a:cs typeface="Times New Roman"/>
              </a:rPr>
              <a:t>decisions</a:t>
            </a:r>
            <a:r>
              <a:rPr sz="1400" spc="-80" dirty="0">
                <a:latin typeface="Times New Roman"/>
                <a:cs typeface="Times New Roman"/>
              </a:rPr>
              <a:t> </a:t>
            </a:r>
            <a:r>
              <a:rPr sz="1400" spc="-10" dirty="0">
                <a:latin typeface="Times New Roman"/>
                <a:cs typeface="Times New Roman"/>
              </a:rPr>
              <a:t>about </a:t>
            </a:r>
            <a:r>
              <a:rPr sz="1400" dirty="0">
                <a:latin typeface="Times New Roman"/>
                <a:cs typeface="Times New Roman"/>
              </a:rPr>
              <a:t>ventilation,</a:t>
            </a:r>
            <a:r>
              <a:rPr sz="1400" spc="-80" dirty="0">
                <a:latin typeface="Times New Roman"/>
                <a:cs typeface="Times New Roman"/>
              </a:rPr>
              <a:t> </a:t>
            </a:r>
            <a:r>
              <a:rPr sz="1400" dirty="0">
                <a:latin typeface="Times New Roman"/>
                <a:cs typeface="Times New Roman"/>
              </a:rPr>
              <a:t>mask</a:t>
            </a:r>
            <a:r>
              <a:rPr sz="1400" spc="-25" dirty="0">
                <a:latin typeface="Times New Roman"/>
                <a:cs typeface="Times New Roman"/>
              </a:rPr>
              <a:t> </a:t>
            </a:r>
            <a:r>
              <a:rPr sz="1400" spc="-10" dirty="0">
                <a:latin typeface="Times New Roman"/>
                <a:cs typeface="Times New Roman"/>
              </a:rPr>
              <a:t>usage, </a:t>
            </a:r>
            <a:r>
              <a:rPr sz="1400" dirty="0">
                <a:latin typeface="Times New Roman"/>
                <a:cs typeface="Times New Roman"/>
              </a:rPr>
              <a:t>or</a:t>
            </a:r>
            <a:r>
              <a:rPr sz="1400" spc="-30" dirty="0">
                <a:latin typeface="Times New Roman"/>
                <a:cs typeface="Times New Roman"/>
              </a:rPr>
              <a:t> </a:t>
            </a:r>
            <a:r>
              <a:rPr sz="1400" dirty="0">
                <a:latin typeface="Times New Roman"/>
                <a:cs typeface="Times New Roman"/>
              </a:rPr>
              <a:t>limiting</a:t>
            </a:r>
            <a:r>
              <a:rPr sz="1400" spc="-40" dirty="0">
                <a:latin typeface="Times New Roman"/>
                <a:cs typeface="Times New Roman"/>
              </a:rPr>
              <a:t> </a:t>
            </a:r>
            <a:r>
              <a:rPr sz="1400" spc="-10" dirty="0">
                <a:latin typeface="Times New Roman"/>
                <a:cs typeface="Times New Roman"/>
              </a:rPr>
              <a:t>outdoor </a:t>
            </a:r>
            <a:r>
              <a:rPr sz="1400" dirty="0">
                <a:latin typeface="Times New Roman"/>
                <a:cs typeface="Times New Roman"/>
              </a:rPr>
              <a:t>exposure,</a:t>
            </a:r>
            <a:r>
              <a:rPr sz="1400" spc="-60" dirty="0">
                <a:latin typeface="Times New Roman"/>
                <a:cs typeface="Times New Roman"/>
              </a:rPr>
              <a:t> </a:t>
            </a:r>
            <a:r>
              <a:rPr sz="1400" dirty="0">
                <a:latin typeface="Times New Roman"/>
                <a:cs typeface="Times New Roman"/>
              </a:rPr>
              <a:t>especially</a:t>
            </a:r>
            <a:r>
              <a:rPr sz="1400" spc="-65" dirty="0">
                <a:latin typeface="Times New Roman"/>
                <a:cs typeface="Times New Roman"/>
              </a:rPr>
              <a:t> </a:t>
            </a:r>
            <a:r>
              <a:rPr sz="1400" spc="-25" dirty="0">
                <a:latin typeface="Times New Roman"/>
                <a:cs typeface="Times New Roman"/>
              </a:rPr>
              <a:t>for </a:t>
            </a:r>
            <a:r>
              <a:rPr sz="1400" dirty="0">
                <a:latin typeface="Times New Roman"/>
                <a:cs typeface="Times New Roman"/>
              </a:rPr>
              <a:t>children,</a:t>
            </a:r>
            <a:r>
              <a:rPr sz="1400" spc="-45"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spc="-10" dirty="0">
                <a:latin typeface="Times New Roman"/>
                <a:cs typeface="Times New Roman"/>
              </a:rPr>
              <a:t>elderly,</a:t>
            </a:r>
            <a:r>
              <a:rPr sz="1400" spc="-20" dirty="0">
                <a:latin typeface="Times New Roman"/>
                <a:cs typeface="Times New Roman"/>
              </a:rPr>
              <a:t> </a:t>
            </a:r>
            <a:r>
              <a:rPr sz="1400" spc="-25" dirty="0">
                <a:latin typeface="Times New Roman"/>
                <a:cs typeface="Times New Roman"/>
              </a:rPr>
              <a:t>and </a:t>
            </a:r>
            <a:r>
              <a:rPr sz="1400" dirty="0">
                <a:latin typeface="Times New Roman"/>
                <a:cs typeface="Times New Roman"/>
              </a:rPr>
              <a:t>individuals</a:t>
            </a:r>
            <a:r>
              <a:rPr sz="1400" spc="-75" dirty="0">
                <a:latin typeface="Times New Roman"/>
                <a:cs typeface="Times New Roman"/>
              </a:rPr>
              <a:t> </a:t>
            </a:r>
            <a:r>
              <a:rPr sz="1400" spc="-20" dirty="0">
                <a:latin typeface="Times New Roman"/>
                <a:cs typeface="Times New Roman"/>
              </a:rPr>
              <a:t>with </a:t>
            </a:r>
            <a:r>
              <a:rPr sz="1400" dirty="0">
                <a:latin typeface="Times New Roman"/>
                <a:cs typeface="Times New Roman"/>
              </a:rPr>
              <a:t>respiratory</a:t>
            </a:r>
            <a:r>
              <a:rPr sz="1400" spc="-65" dirty="0">
                <a:latin typeface="Times New Roman"/>
                <a:cs typeface="Times New Roman"/>
              </a:rPr>
              <a:t> </a:t>
            </a:r>
            <a:r>
              <a:rPr sz="1400" spc="-10" dirty="0">
                <a:latin typeface="Times New Roman"/>
                <a:cs typeface="Times New Roman"/>
              </a:rPr>
              <a:t>issues.</a:t>
            </a:r>
            <a:endParaRPr sz="1400">
              <a:latin typeface="Times New Roman"/>
              <a:cs typeface="Times New Roman"/>
            </a:endParaRPr>
          </a:p>
        </p:txBody>
      </p:sp>
      <p:sp>
        <p:nvSpPr>
          <p:cNvPr id="9" name="object 9"/>
          <p:cNvSpPr txBox="1"/>
          <p:nvPr/>
        </p:nvSpPr>
        <p:spPr>
          <a:xfrm>
            <a:off x="7309484" y="2917063"/>
            <a:ext cx="1868170" cy="1811020"/>
          </a:xfrm>
          <a:prstGeom prst="rect">
            <a:avLst/>
          </a:prstGeom>
        </p:spPr>
        <p:txBody>
          <a:bodyPr vert="horz" wrap="square" lIns="0" tIns="44450" rIns="0" bIns="0" rtlCol="0">
            <a:spAutoFit/>
          </a:bodyPr>
          <a:lstStyle/>
          <a:p>
            <a:pPr marL="251460" marR="188595" indent="1270" algn="ctr">
              <a:lnSpc>
                <a:spcPts val="1440"/>
              </a:lnSpc>
              <a:spcBef>
                <a:spcPts val="350"/>
              </a:spcBef>
            </a:pPr>
            <a:r>
              <a:rPr sz="1400" b="1" dirty="0">
                <a:latin typeface="Times New Roman"/>
                <a:cs typeface="Times New Roman"/>
              </a:rPr>
              <a:t>Contribution</a:t>
            </a:r>
            <a:r>
              <a:rPr sz="1400" b="1" spc="-50" dirty="0">
                <a:latin typeface="Times New Roman"/>
                <a:cs typeface="Times New Roman"/>
              </a:rPr>
              <a:t> </a:t>
            </a:r>
            <a:r>
              <a:rPr sz="1400" b="1" spc="-25" dirty="0">
                <a:latin typeface="Times New Roman"/>
                <a:cs typeface="Times New Roman"/>
              </a:rPr>
              <a:t>to </a:t>
            </a:r>
            <a:r>
              <a:rPr sz="1400" b="1" dirty="0">
                <a:latin typeface="Times New Roman"/>
                <a:cs typeface="Times New Roman"/>
              </a:rPr>
              <a:t>Sustainable</a:t>
            </a:r>
            <a:r>
              <a:rPr sz="1400" b="1" spc="-55" dirty="0">
                <a:latin typeface="Times New Roman"/>
                <a:cs typeface="Times New Roman"/>
              </a:rPr>
              <a:t> </a:t>
            </a:r>
            <a:r>
              <a:rPr sz="1400" b="1" spc="-10" dirty="0">
                <a:latin typeface="Times New Roman"/>
                <a:cs typeface="Times New Roman"/>
              </a:rPr>
              <a:t>Living</a:t>
            </a:r>
            <a:endParaRPr sz="1400">
              <a:latin typeface="Times New Roman"/>
              <a:cs typeface="Times New Roman"/>
            </a:endParaRPr>
          </a:p>
          <a:p>
            <a:pPr marL="12700" marR="5080" indent="-1905" algn="ctr">
              <a:lnSpc>
                <a:spcPct val="86200"/>
              </a:lnSpc>
              <a:spcBef>
                <a:spcPts val="790"/>
              </a:spcBef>
            </a:pPr>
            <a:r>
              <a:rPr sz="1400" dirty="0">
                <a:latin typeface="Times New Roman"/>
                <a:cs typeface="Times New Roman"/>
              </a:rPr>
              <a:t>Enables</a:t>
            </a:r>
            <a:r>
              <a:rPr sz="1400" spc="-60" dirty="0">
                <a:latin typeface="Times New Roman"/>
                <a:cs typeface="Times New Roman"/>
              </a:rPr>
              <a:t> </a:t>
            </a:r>
            <a:r>
              <a:rPr sz="1400" dirty="0">
                <a:latin typeface="Times New Roman"/>
                <a:cs typeface="Times New Roman"/>
              </a:rPr>
              <a:t>individuals</a:t>
            </a:r>
            <a:r>
              <a:rPr sz="1400" spc="-65" dirty="0">
                <a:latin typeface="Times New Roman"/>
                <a:cs typeface="Times New Roman"/>
              </a:rPr>
              <a:t> </a:t>
            </a:r>
            <a:r>
              <a:rPr sz="1400" spc="-25" dirty="0">
                <a:latin typeface="Times New Roman"/>
                <a:cs typeface="Times New Roman"/>
              </a:rPr>
              <a:t>and </a:t>
            </a:r>
            <a:r>
              <a:rPr sz="1400" dirty="0">
                <a:latin typeface="Times New Roman"/>
                <a:cs typeface="Times New Roman"/>
              </a:rPr>
              <a:t>communities</a:t>
            </a:r>
            <a:r>
              <a:rPr sz="1400" spc="-35"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spc="-20" dirty="0">
                <a:latin typeface="Times New Roman"/>
                <a:cs typeface="Times New Roman"/>
              </a:rPr>
              <a:t>take </a:t>
            </a:r>
            <a:r>
              <a:rPr sz="1400" dirty="0">
                <a:latin typeface="Times New Roman"/>
                <a:cs typeface="Times New Roman"/>
              </a:rPr>
              <a:t>informed</a:t>
            </a:r>
            <a:r>
              <a:rPr sz="1400" spc="-20" dirty="0">
                <a:latin typeface="Times New Roman"/>
                <a:cs typeface="Times New Roman"/>
              </a:rPr>
              <a:t> </a:t>
            </a:r>
            <a:r>
              <a:rPr sz="1400" dirty="0">
                <a:latin typeface="Times New Roman"/>
                <a:cs typeface="Times New Roman"/>
              </a:rPr>
              <a:t>actions</a:t>
            </a:r>
            <a:r>
              <a:rPr sz="1400" spc="-55" dirty="0">
                <a:latin typeface="Times New Roman"/>
                <a:cs typeface="Times New Roman"/>
              </a:rPr>
              <a:t> </a:t>
            </a:r>
            <a:r>
              <a:rPr sz="1400" spc="-25" dirty="0">
                <a:latin typeface="Times New Roman"/>
                <a:cs typeface="Times New Roman"/>
              </a:rPr>
              <a:t>to </a:t>
            </a:r>
            <a:r>
              <a:rPr sz="1400" dirty="0">
                <a:latin typeface="Times New Roman"/>
                <a:cs typeface="Times New Roman"/>
              </a:rPr>
              <a:t>improve</a:t>
            </a:r>
            <a:r>
              <a:rPr sz="1400" spc="-20" dirty="0">
                <a:latin typeface="Times New Roman"/>
                <a:cs typeface="Times New Roman"/>
              </a:rPr>
              <a:t> </a:t>
            </a:r>
            <a:r>
              <a:rPr sz="1400" dirty="0">
                <a:latin typeface="Times New Roman"/>
                <a:cs typeface="Times New Roman"/>
              </a:rPr>
              <a:t>air</a:t>
            </a:r>
            <a:r>
              <a:rPr sz="1400" spc="-20" dirty="0">
                <a:latin typeface="Times New Roman"/>
                <a:cs typeface="Times New Roman"/>
              </a:rPr>
              <a:t> </a:t>
            </a:r>
            <a:r>
              <a:rPr sz="1400" spc="-10" dirty="0">
                <a:latin typeface="Times New Roman"/>
                <a:cs typeface="Times New Roman"/>
              </a:rPr>
              <a:t>quality, </a:t>
            </a:r>
            <a:r>
              <a:rPr sz="1400" dirty="0">
                <a:latin typeface="Times New Roman"/>
                <a:cs typeface="Times New Roman"/>
              </a:rPr>
              <a:t>contributing</a:t>
            </a:r>
            <a:r>
              <a:rPr sz="1400" spc="-5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a</a:t>
            </a:r>
            <a:r>
              <a:rPr sz="1400" spc="-10" dirty="0">
                <a:latin typeface="Times New Roman"/>
                <a:cs typeface="Times New Roman"/>
              </a:rPr>
              <a:t> healthier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more</a:t>
            </a:r>
            <a:r>
              <a:rPr sz="1400" spc="-5" dirty="0">
                <a:latin typeface="Times New Roman"/>
                <a:cs typeface="Times New Roman"/>
              </a:rPr>
              <a:t> </a:t>
            </a:r>
            <a:r>
              <a:rPr sz="1400" spc="-10" dirty="0">
                <a:latin typeface="Times New Roman"/>
                <a:cs typeface="Times New Roman"/>
              </a:rPr>
              <a:t>sustainable environment.</a:t>
            </a:r>
            <a:endParaRPr sz="1400">
              <a:latin typeface="Times New Roman"/>
              <a:cs typeface="Times New Roman"/>
            </a:endParaRPr>
          </a:p>
        </p:txBody>
      </p:sp>
      <p:sp>
        <p:nvSpPr>
          <p:cNvPr id="10" name="object 10"/>
          <p:cNvSpPr txBox="1"/>
          <p:nvPr/>
        </p:nvSpPr>
        <p:spPr>
          <a:xfrm>
            <a:off x="9541509" y="2941701"/>
            <a:ext cx="1782445"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Times New Roman"/>
                <a:cs typeface="Times New Roman"/>
              </a:rPr>
              <a:t>Cost-</a:t>
            </a:r>
            <a:r>
              <a:rPr sz="1400" b="1" dirty="0">
                <a:latin typeface="Times New Roman"/>
                <a:cs typeface="Times New Roman"/>
              </a:rPr>
              <a:t>Effective</a:t>
            </a:r>
            <a:r>
              <a:rPr sz="1400" b="1" spc="-10" dirty="0">
                <a:latin typeface="Times New Roman"/>
                <a:cs typeface="Times New Roman"/>
              </a:rPr>
              <a:t> Solution</a:t>
            </a:r>
            <a:endParaRPr sz="1400">
              <a:latin typeface="Times New Roman"/>
              <a:cs typeface="Times New Roman"/>
            </a:endParaRPr>
          </a:p>
        </p:txBody>
      </p:sp>
      <p:sp>
        <p:nvSpPr>
          <p:cNvPr id="11" name="object 11"/>
          <p:cNvSpPr txBox="1"/>
          <p:nvPr/>
        </p:nvSpPr>
        <p:spPr>
          <a:xfrm>
            <a:off x="9529318" y="3384930"/>
            <a:ext cx="1805939" cy="1343025"/>
          </a:xfrm>
          <a:prstGeom prst="rect">
            <a:avLst/>
          </a:prstGeom>
        </p:spPr>
        <p:txBody>
          <a:bodyPr vert="horz" wrap="square" lIns="0" tIns="42545" rIns="0" bIns="0" rtlCol="0">
            <a:spAutoFit/>
          </a:bodyPr>
          <a:lstStyle/>
          <a:p>
            <a:pPr marL="12700" marR="5080" algn="ctr">
              <a:lnSpc>
                <a:spcPct val="86200"/>
              </a:lnSpc>
              <a:spcBef>
                <a:spcPts val="335"/>
              </a:spcBef>
            </a:pPr>
            <a:r>
              <a:rPr sz="1400" dirty="0">
                <a:latin typeface="Times New Roman"/>
                <a:cs typeface="Times New Roman"/>
              </a:rPr>
              <a:t>Provides</a:t>
            </a:r>
            <a:r>
              <a:rPr sz="1400" spc="-55" dirty="0">
                <a:latin typeface="Times New Roman"/>
                <a:cs typeface="Times New Roman"/>
              </a:rPr>
              <a:t> </a:t>
            </a:r>
            <a:r>
              <a:rPr sz="1400" dirty="0">
                <a:latin typeface="Times New Roman"/>
                <a:cs typeface="Times New Roman"/>
              </a:rPr>
              <a:t>an </a:t>
            </a:r>
            <a:r>
              <a:rPr sz="1400" spc="-10" dirty="0">
                <a:latin typeface="Times New Roman"/>
                <a:cs typeface="Times New Roman"/>
              </a:rPr>
              <a:t>affordable </a:t>
            </a:r>
            <a:r>
              <a:rPr sz="1400" dirty="0">
                <a:latin typeface="Times New Roman"/>
                <a:cs typeface="Times New Roman"/>
              </a:rPr>
              <a:t>way</a:t>
            </a:r>
            <a:r>
              <a:rPr sz="1400" spc="-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track</a:t>
            </a:r>
            <a:r>
              <a:rPr sz="1400" spc="-15" dirty="0">
                <a:latin typeface="Times New Roman"/>
                <a:cs typeface="Times New Roman"/>
              </a:rPr>
              <a:t> </a:t>
            </a:r>
            <a:r>
              <a:rPr sz="1400" dirty="0">
                <a:latin typeface="Times New Roman"/>
                <a:cs typeface="Times New Roman"/>
              </a:rPr>
              <a:t>air</a:t>
            </a:r>
            <a:r>
              <a:rPr sz="1400" spc="-20" dirty="0">
                <a:latin typeface="Times New Roman"/>
                <a:cs typeface="Times New Roman"/>
              </a:rPr>
              <a:t> </a:t>
            </a:r>
            <a:r>
              <a:rPr sz="1400" spc="-10" dirty="0">
                <a:latin typeface="Times New Roman"/>
                <a:cs typeface="Times New Roman"/>
              </a:rPr>
              <a:t>quality, </a:t>
            </a:r>
            <a:r>
              <a:rPr sz="1400" dirty="0">
                <a:latin typeface="Times New Roman"/>
                <a:cs typeface="Times New Roman"/>
              </a:rPr>
              <a:t>making</a:t>
            </a:r>
            <a:r>
              <a:rPr sz="1400" spc="-40" dirty="0">
                <a:latin typeface="Times New Roman"/>
                <a:cs typeface="Times New Roman"/>
              </a:rPr>
              <a:t> </a:t>
            </a:r>
            <a:r>
              <a:rPr sz="1400" dirty="0">
                <a:latin typeface="Times New Roman"/>
                <a:cs typeface="Times New Roman"/>
              </a:rPr>
              <a:t>it</a:t>
            </a:r>
            <a:r>
              <a:rPr sz="1400" spc="-40" dirty="0">
                <a:latin typeface="Times New Roman"/>
                <a:cs typeface="Times New Roman"/>
              </a:rPr>
              <a:t> </a:t>
            </a:r>
            <a:r>
              <a:rPr sz="1400" dirty="0">
                <a:latin typeface="Times New Roman"/>
                <a:cs typeface="Times New Roman"/>
              </a:rPr>
              <a:t>accessible</a:t>
            </a:r>
            <a:r>
              <a:rPr sz="1400" spc="-60" dirty="0">
                <a:latin typeface="Times New Roman"/>
                <a:cs typeface="Times New Roman"/>
              </a:rPr>
              <a:t> </a:t>
            </a:r>
            <a:r>
              <a:rPr sz="1400" spc="-35" dirty="0">
                <a:latin typeface="Times New Roman"/>
                <a:cs typeface="Times New Roman"/>
              </a:rPr>
              <a:t>to </a:t>
            </a:r>
            <a:r>
              <a:rPr sz="1400" dirty="0">
                <a:latin typeface="Times New Roman"/>
                <a:cs typeface="Times New Roman"/>
              </a:rPr>
              <a:t>households,</a:t>
            </a:r>
            <a:r>
              <a:rPr sz="1400" spc="-75" dirty="0">
                <a:latin typeface="Times New Roman"/>
                <a:cs typeface="Times New Roman"/>
              </a:rPr>
              <a:t> </a:t>
            </a:r>
            <a:r>
              <a:rPr sz="1400" dirty="0">
                <a:latin typeface="Times New Roman"/>
                <a:cs typeface="Times New Roman"/>
              </a:rPr>
              <a:t>schools,</a:t>
            </a:r>
            <a:r>
              <a:rPr sz="1400" spc="-55" dirty="0">
                <a:latin typeface="Times New Roman"/>
                <a:cs typeface="Times New Roman"/>
              </a:rPr>
              <a:t> </a:t>
            </a:r>
            <a:r>
              <a:rPr sz="1400" spc="-25" dirty="0">
                <a:latin typeface="Times New Roman"/>
                <a:cs typeface="Times New Roman"/>
              </a:rPr>
              <a:t>and </a:t>
            </a:r>
            <a:r>
              <a:rPr sz="1400" dirty="0">
                <a:latin typeface="Times New Roman"/>
                <a:cs typeface="Times New Roman"/>
              </a:rPr>
              <a:t>small</a:t>
            </a:r>
            <a:r>
              <a:rPr sz="1400" spc="-40" dirty="0">
                <a:latin typeface="Times New Roman"/>
                <a:cs typeface="Times New Roman"/>
              </a:rPr>
              <a:t> </a:t>
            </a:r>
            <a:r>
              <a:rPr sz="1400" dirty="0">
                <a:latin typeface="Times New Roman"/>
                <a:cs typeface="Times New Roman"/>
              </a:rPr>
              <a:t>businesses</a:t>
            </a:r>
            <a:r>
              <a:rPr sz="1400" spc="-70" dirty="0">
                <a:latin typeface="Times New Roman"/>
                <a:cs typeface="Times New Roman"/>
              </a:rPr>
              <a:t> </a:t>
            </a:r>
            <a:r>
              <a:rPr sz="1400" spc="-10" dirty="0">
                <a:latin typeface="Times New Roman"/>
                <a:cs typeface="Times New Roman"/>
              </a:rPr>
              <a:t>focused </a:t>
            </a:r>
            <a:r>
              <a:rPr sz="1400" dirty="0">
                <a:latin typeface="Times New Roman"/>
                <a:cs typeface="Times New Roman"/>
              </a:rPr>
              <a:t>on</a:t>
            </a:r>
            <a:r>
              <a:rPr sz="1400" spc="-15" dirty="0">
                <a:latin typeface="Times New Roman"/>
                <a:cs typeface="Times New Roman"/>
              </a:rPr>
              <a:t> </a:t>
            </a:r>
            <a:r>
              <a:rPr sz="1400" dirty="0">
                <a:latin typeface="Times New Roman"/>
                <a:cs typeface="Times New Roman"/>
              </a:rPr>
              <a:t>creating</a:t>
            </a:r>
            <a:r>
              <a:rPr sz="1400" spc="-30" dirty="0">
                <a:latin typeface="Times New Roman"/>
                <a:cs typeface="Times New Roman"/>
              </a:rPr>
              <a:t> </a:t>
            </a:r>
            <a:r>
              <a:rPr sz="1400" spc="-10" dirty="0">
                <a:latin typeface="Times New Roman"/>
                <a:cs typeface="Times New Roman"/>
              </a:rPr>
              <a:t>safer environments.</a:t>
            </a:r>
            <a:endParaRPr sz="14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8660" rIns="0" bIns="0" rtlCol="0">
            <a:spAutoFit/>
          </a:bodyPr>
          <a:lstStyle/>
          <a:p>
            <a:pPr marL="3190240">
              <a:lnSpc>
                <a:spcPct val="100000"/>
              </a:lnSpc>
              <a:spcBef>
                <a:spcPts val="100"/>
              </a:spcBef>
            </a:pPr>
            <a:r>
              <a:rPr sz="6600" dirty="0"/>
              <a:t>WORK</a:t>
            </a:r>
            <a:r>
              <a:rPr sz="6600" spc="-254" dirty="0"/>
              <a:t> </a:t>
            </a:r>
            <a:r>
              <a:rPr sz="6600" spc="-20" dirty="0"/>
              <a:t>PLAN</a:t>
            </a:r>
            <a:endParaRPr sz="6600"/>
          </a:p>
        </p:txBody>
      </p:sp>
      <p:sp>
        <p:nvSpPr>
          <p:cNvPr id="3" name="object 3"/>
          <p:cNvSpPr/>
          <p:nvPr/>
        </p:nvSpPr>
        <p:spPr>
          <a:xfrm>
            <a:off x="3807714" y="1733550"/>
            <a:ext cx="4572000" cy="18415"/>
          </a:xfrm>
          <a:custGeom>
            <a:avLst/>
            <a:gdLst/>
            <a:ahLst/>
            <a:cxnLst/>
            <a:rect l="l" t="t" r="r" b="b"/>
            <a:pathLst>
              <a:path w="4572000" h="18414">
                <a:moveTo>
                  <a:pt x="0" y="18287"/>
                </a:moveTo>
                <a:lnTo>
                  <a:pt x="4571999" y="18287"/>
                </a:lnTo>
                <a:lnTo>
                  <a:pt x="4571999" y="0"/>
                </a:lnTo>
                <a:lnTo>
                  <a:pt x="0" y="0"/>
                </a:lnTo>
                <a:lnTo>
                  <a:pt x="0" y="18287"/>
                </a:lnTo>
                <a:close/>
              </a:path>
            </a:pathLst>
          </a:custGeom>
          <a:ln w="41275">
            <a:solidFill>
              <a:srgbClr val="C0504D"/>
            </a:solidFill>
          </a:ln>
        </p:spPr>
        <p:txBody>
          <a:bodyPr wrap="square" lIns="0" tIns="0" rIns="0" bIns="0" rtlCol="0"/>
          <a:lstStyle/>
          <a:p>
            <a:endParaRPr/>
          </a:p>
        </p:txBody>
      </p:sp>
      <p:graphicFrame>
        <p:nvGraphicFramePr>
          <p:cNvPr id="4" name="object 4"/>
          <p:cNvGraphicFramePr>
            <a:graphicFrameLocks noGrp="1"/>
          </p:cNvGraphicFramePr>
          <p:nvPr/>
        </p:nvGraphicFramePr>
        <p:xfrm>
          <a:off x="1407794" y="2001520"/>
          <a:ext cx="9225278" cy="4592954"/>
        </p:xfrm>
        <a:graphic>
          <a:graphicData uri="http://schemas.openxmlformats.org/drawingml/2006/table">
            <a:tbl>
              <a:tblPr firstRow="1" bandRow="1">
                <a:tableStyleId>{2D5ABB26-0587-4C30-8999-92F81FD0307C}</a:tableStyleId>
              </a:tblPr>
              <a:tblGrid>
                <a:gridCol w="1989455">
                  <a:extLst>
                    <a:ext uri="{9D8B030D-6E8A-4147-A177-3AD203B41FA5}">
                      <a16:colId xmlns:a16="http://schemas.microsoft.com/office/drawing/2014/main" val="20000"/>
                    </a:ext>
                  </a:extLst>
                </a:gridCol>
                <a:gridCol w="2178049">
                  <a:extLst>
                    <a:ext uri="{9D8B030D-6E8A-4147-A177-3AD203B41FA5}">
                      <a16:colId xmlns:a16="http://schemas.microsoft.com/office/drawing/2014/main" val="20001"/>
                    </a:ext>
                  </a:extLst>
                </a:gridCol>
                <a:gridCol w="2186304">
                  <a:extLst>
                    <a:ext uri="{9D8B030D-6E8A-4147-A177-3AD203B41FA5}">
                      <a16:colId xmlns:a16="http://schemas.microsoft.com/office/drawing/2014/main" val="20002"/>
                    </a:ext>
                  </a:extLst>
                </a:gridCol>
                <a:gridCol w="2871470">
                  <a:extLst>
                    <a:ext uri="{9D8B030D-6E8A-4147-A177-3AD203B41FA5}">
                      <a16:colId xmlns:a16="http://schemas.microsoft.com/office/drawing/2014/main" val="20003"/>
                    </a:ext>
                  </a:extLst>
                </a:gridCol>
              </a:tblGrid>
              <a:tr h="494665">
                <a:tc>
                  <a:txBody>
                    <a:bodyPr/>
                    <a:lstStyle/>
                    <a:p>
                      <a:pPr marR="1270" algn="ctr">
                        <a:lnSpc>
                          <a:spcPct val="100000"/>
                        </a:lnSpc>
                        <a:spcBef>
                          <a:spcPts val="915"/>
                        </a:spcBef>
                      </a:pPr>
                      <a:r>
                        <a:rPr sz="1600" b="1" spc="-10" dirty="0">
                          <a:latin typeface="Carlito"/>
                          <a:cs typeface="Carlito"/>
                        </a:rPr>
                        <a:t>PHASE</a:t>
                      </a:r>
                      <a:endParaRPr sz="1600">
                        <a:latin typeface="Carlito"/>
                        <a:cs typeface="Carlito"/>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504D"/>
                    </a:solidFill>
                  </a:tcPr>
                </a:tc>
                <a:tc>
                  <a:txBody>
                    <a:bodyPr/>
                    <a:lstStyle/>
                    <a:p>
                      <a:pPr marR="635" algn="ctr">
                        <a:lnSpc>
                          <a:spcPct val="100000"/>
                        </a:lnSpc>
                        <a:spcBef>
                          <a:spcPts val="915"/>
                        </a:spcBef>
                      </a:pPr>
                      <a:r>
                        <a:rPr sz="1600" b="1" dirty="0">
                          <a:latin typeface="Carlito"/>
                          <a:cs typeface="Carlito"/>
                        </a:rPr>
                        <a:t>TIME</a:t>
                      </a:r>
                      <a:r>
                        <a:rPr sz="1600" b="1" spc="265" dirty="0">
                          <a:latin typeface="Carlito"/>
                          <a:cs typeface="Carlito"/>
                        </a:rPr>
                        <a:t> </a:t>
                      </a:r>
                      <a:r>
                        <a:rPr sz="1600" b="1" spc="-10" dirty="0">
                          <a:latin typeface="Carlito"/>
                          <a:cs typeface="Carlito"/>
                        </a:rPr>
                        <a:t>PERIOD</a:t>
                      </a:r>
                      <a:endParaRPr sz="1600">
                        <a:latin typeface="Carlito"/>
                        <a:cs typeface="Carlito"/>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504D"/>
                    </a:solidFill>
                  </a:tcPr>
                </a:tc>
                <a:tc>
                  <a:txBody>
                    <a:bodyPr/>
                    <a:lstStyle/>
                    <a:p>
                      <a:pPr algn="ctr">
                        <a:lnSpc>
                          <a:spcPct val="100000"/>
                        </a:lnSpc>
                        <a:spcBef>
                          <a:spcPts val="915"/>
                        </a:spcBef>
                      </a:pPr>
                      <a:r>
                        <a:rPr sz="1600" b="1" spc="-10" dirty="0">
                          <a:latin typeface="Carlito"/>
                          <a:cs typeface="Carlito"/>
                        </a:rPr>
                        <a:t>TASKS</a:t>
                      </a:r>
                      <a:endParaRPr sz="1600">
                        <a:latin typeface="Carlito"/>
                        <a:cs typeface="Carlito"/>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504D"/>
                    </a:solidFill>
                  </a:tcPr>
                </a:tc>
                <a:tc>
                  <a:txBody>
                    <a:bodyPr/>
                    <a:lstStyle/>
                    <a:p>
                      <a:pPr marL="732790">
                        <a:lnSpc>
                          <a:spcPct val="100000"/>
                        </a:lnSpc>
                        <a:spcBef>
                          <a:spcPts val="915"/>
                        </a:spcBef>
                      </a:pPr>
                      <a:r>
                        <a:rPr sz="1600" b="1" spc="35" dirty="0">
                          <a:latin typeface="Carlito"/>
                          <a:cs typeface="Carlito"/>
                        </a:rPr>
                        <a:t>CONTRIBUTION</a:t>
                      </a:r>
                      <a:endParaRPr sz="1600">
                        <a:latin typeface="Carlito"/>
                        <a:cs typeface="Carlito"/>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504D"/>
                    </a:solidFill>
                  </a:tcPr>
                </a:tc>
                <a:extLst>
                  <a:ext uri="{0D108BD9-81ED-4DB2-BD59-A6C34878D82A}">
                    <a16:rowId xmlns:a16="http://schemas.microsoft.com/office/drawing/2014/main" val="10000"/>
                  </a:ext>
                </a:extLst>
              </a:tr>
              <a:tr h="1066165">
                <a:tc>
                  <a:txBody>
                    <a:bodyPr/>
                    <a:lstStyle/>
                    <a:p>
                      <a:pPr marL="1270" algn="ctr">
                        <a:lnSpc>
                          <a:spcPct val="100000"/>
                        </a:lnSpc>
                        <a:spcBef>
                          <a:spcPts val="2275"/>
                        </a:spcBef>
                      </a:pPr>
                      <a:r>
                        <a:rPr sz="2400" dirty="0">
                          <a:latin typeface="Carlito"/>
                          <a:cs typeface="Carlito"/>
                        </a:rPr>
                        <a:t>Phase</a:t>
                      </a:r>
                      <a:r>
                        <a:rPr sz="2400" spc="-50" dirty="0">
                          <a:latin typeface="Carlito"/>
                          <a:cs typeface="Carlito"/>
                        </a:rPr>
                        <a:t> 1</a:t>
                      </a:r>
                      <a:endParaRPr sz="2400">
                        <a:latin typeface="Carlito"/>
                        <a:cs typeface="Carlito"/>
                      </a:endParaRPr>
                    </a:p>
                  </a:txBody>
                  <a:tcPr marL="0" marR="0" marT="288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8D0D0"/>
                    </a:solidFill>
                  </a:tcPr>
                </a:tc>
                <a:tc>
                  <a:txBody>
                    <a:bodyPr/>
                    <a:lstStyle/>
                    <a:p>
                      <a:pPr marL="697230" marR="328295" indent="-360045">
                        <a:lnSpc>
                          <a:spcPct val="100000"/>
                        </a:lnSpc>
                        <a:spcBef>
                          <a:spcPts val="835"/>
                        </a:spcBef>
                      </a:pPr>
                      <a:r>
                        <a:rPr sz="2400" spc="-10" dirty="0">
                          <a:latin typeface="Carlito"/>
                          <a:cs typeface="Carlito"/>
                        </a:rPr>
                        <a:t>Before</a:t>
                      </a:r>
                      <a:r>
                        <a:rPr sz="2400" spc="-95" dirty="0">
                          <a:latin typeface="Carlito"/>
                          <a:cs typeface="Carlito"/>
                        </a:rPr>
                        <a:t> </a:t>
                      </a:r>
                      <a:r>
                        <a:rPr sz="2400" spc="-50" dirty="0">
                          <a:latin typeface="Carlito"/>
                          <a:cs typeface="Carlito"/>
                        </a:rPr>
                        <a:t>CAT1 </a:t>
                      </a:r>
                      <a:r>
                        <a:rPr sz="2400" spc="-10" dirty="0">
                          <a:latin typeface="Carlito"/>
                          <a:cs typeface="Carlito"/>
                        </a:rPr>
                        <a:t>Exams</a:t>
                      </a:r>
                      <a:endParaRPr sz="2400">
                        <a:latin typeface="Carlito"/>
                        <a:cs typeface="Carlito"/>
                      </a:endParaRPr>
                    </a:p>
                  </a:txBody>
                  <a:tcPr marL="0" marR="0" marT="1060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8D0D0"/>
                    </a:solidFill>
                  </a:tcPr>
                </a:tc>
                <a:tc>
                  <a:txBody>
                    <a:bodyPr/>
                    <a:lstStyle/>
                    <a:p>
                      <a:pPr>
                        <a:lnSpc>
                          <a:spcPct val="100000"/>
                        </a:lnSpc>
                        <a:spcBef>
                          <a:spcPts val="250"/>
                        </a:spcBef>
                      </a:pPr>
                      <a:endParaRPr sz="1500">
                        <a:latin typeface="Times New Roman"/>
                        <a:cs typeface="Times New Roman"/>
                      </a:endParaRPr>
                    </a:p>
                    <a:p>
                      <a:pPr marL="4445" algn="ctr">
                        <a:lnSpc>
                          <a:spcPct val="100000"/>
                        </a:lnSpc>
                      </a:pPr>
                      <a:r>
                        <a:rPr sz="1500" dirty="0">
                          <a:latin typeface="Carlito"/>
                          <a:cs typeface="Carlito"/>
                        </a:rPr>
                        <a:t>Planning</a:t>
                      </a:r>
                      <a:r>
                        <a:rPr sz="1500" spc="-40" dirty="0">
                          <a:latin typeface="Carlito"/>
                          <a:cs typeface="Carlito"/>
                        </a:rPr>
                        <a:t> </a:t>
                      </a:r>
                      <a:r>
                        <a:rPr sz="1500" dirty="0">
                          <a:latin typeface="Carlito"/>
                          <a:cs typeface="Carlito"/>
                        </a:rPr>
                        <a:t>and</a:t>
                      </a:r>
                      <a:r>
                        <a:rPr sz="1500" spc="-40" dirty="0">
                          <a:latin typeface="Carlito"/>
                          <a:cs typeface="Carlito"/>
                        </a:rPr>
                        <a:t> </a:t>
                      </a:r>
                      <a:r>
                        <a:rPr sz="1500" dirty="0">
                          <a:latin typeface="Carlito"/>
                          <a:cs typeface="Carlito"/>
                        </a:rPr>
                        <a:t>discussing</a:t>
                      </a:r>
                      <a:r>
                        <a:rPr sz="1500" spc="-30" dirty="0">
                          <a:latin typeface="Carlito"/>
                          <a:cs typeface="Carlito"/>
                        </a:rPr>
                        <a:t> </a:t>
                      </a:r>
                      <a:r>
                        <a:rPr sz="1500" spc="-25" dirty="0">
                          <a:latin typeface="Carlito"/>
                          <a:cs typeface="Carlito"/>
                        </a:rPr>
                        <a:t>the</a:t>
                      </a:r>
                      <a:endParaRPr sz="1500">
                        <a:latin typeface="Carlito"/>
                        <a:cs typeface="Carlito"/>
                      </a:endParaRPr>
                    </a:p>
                    <a:p>
                      <a:pPr algn="ctr">
                        <a:lnSpc>
                          <a:spcPct val="100000"/>
                        </a:lnSpc>
                      </a:pPr>
                      <a:r>
                        <a:rPr sz="1500" dirty="0">
                          <a:latin typeface="Carlito"/>
                          <a:cs typeface="Carlito"/>
                        </a:rPr>
                        <a:t>project</a:t>
                      </a:r>
                      <a:r>
                        <a:rPr sz="1500" spc="-40" dirty="0">
                          <a:latin typeface="Carlito"/>
                          <a:cs typeface="Carlito"/>
                        </a:rPr>
                        <a:t> </a:t>
                      </a:r>
                      <a:r>
                        <a:rPr sz="1500" spc="-10" dirty="0">
                          <a:latin typeface="Carlito"/>
                          <a:cs typeface="Carlito"/>
                        </a:rPr>
                        <a:t>ideas.</a:t>
                      </a:r>
                      <a:endParaRPr sz="1500">
                        <a:latin typeface="Carlito"/>
                        <a:cs typeface="Carlito"/>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8D0D0"/>
                    </a:solidFill>
                  </a:tcPr>
                </a:tc>
                <a:tc>
                  <a:txBody>
                    <a:bodyPr/>
                    <a:lstStyle/>
                    <a:p>
                      <a:pPr>
                        <a:lnSpc>
                          <a:spcPct val="100000"/>
                        </a:lnSpc>
                        <a:spcBef>
                          <a:spcPts val="250"/>
                        </a:spcBef>
                      </a:pPr>
                      <a:endParaRPr sz="1500">
                        <a:latin typeface="Times New Roman"/>
                        <a:cs typeface="Times New Roman"/>
                      </a:endParaRPr>
                    </a:p>
                    <a:p>
                      <a:pPr marL="6350" algn="ctr">
                        <a:lnSpc>
                          <a:spcPct val="100000"/>
                        </a:lnSpc>
                      </a:pPr>
                      <a:r>
                        <a:rPr sz="1500" spc="-10" dirty="0">
                          <a:latin typeface="Carlito"/>
                          <a:cs typeface="Carlito"/>
                        </a:rPr>
                        <a:t>Collaborative</a:t>
                      </a:r>
                      <a:r>
                        <a:rPr sz="1500" spc="10" dirty="0">
                          <a:latin typeface="Carlito"/>
                          <a:cs typeface="Carlito"/>
                        </a:rPr>
                        <a:t> </a:t>
                      </a:r>
                      <a:r>
                        <a:rPr sz="1500" spc="-10" dirty="0">
                          <a:latin typeface="Carlito"/>
                          <a:cs typeface="Carlito"/>
                        </a:rPr>
                        <a:t>brainstorming</a:t>
                      </a:r>
                      <a:r>
                        <a:rPr sz="1500" spc="5" dirty="0">
                          <a:latin typeface="Carlito"/>
                          <a:cs typeface="Carlito"/>
                        </a:rPr>
                        <a:t> </a:t>
                      </a:r>
                      <a:r>
                        <a:rPr sz="1500" dirty="0">
                          <a:latin typeface="Carlito"/>
                          <a:cs typeface="Carlito"/>
                        </a:rPr>
                        <a:t>and</a:t>
                      </a:r>
                      <a:r>
                        <a:rPr sz="1500" spc="20" dirty="0">
                          <a:latin typeface="Carlito"/>
                          <a:cs typeface="Carlito"/>
                        </a:rPr>
                        <a:t> </a:t>
                      </a:r>
                      <a:r>
                        <a:rPr sz="1500" spc="-20" dirty="0">
                          <a:latin typeface="Carlito"/>
                          <a:cs typeface="Carlito"/>
                        </a:rPr>
                        <a:t>idea</a:t>
                      </a:r>
                      <a:endParaRPr sz="1500">
                        <a:latin typeface="Carlito"/>
                        <a:cs typeface="Carlito"/>
                      </a:endParaRPr>
                    </a:p>
                    <a:p>
                      <a:pPr marL="635" algn="ctr">
                        <a:lnSpc>
                          <a:spcPct val="100000"/>
                        </a:lnSpc>
                      </a:pPr>
                      <a:r>
                        <a:rPr sz="1500" spc="-10" dirty="0">
                          <a:latin typeface="Carlito"/>
                          <a:cs typeface="Carlito"/>
                        </a:rPr>
                        <a:t>generation</a:t>
                      </a:r>
                      <a:r>
                        <a:rPr sz="1500" spc="-35" dirty="0">
                          <a:latin typeface="Carlito"/>
                          <a:cs typeface="Carlito"/>
                        </a:rPr>
                        <a:t> </a:t>
                      </a:r>
                      <a:r>
                        <a:rPr sz="1500" dirty="0">
                          <a:latin typeface="Carlito"/>
                          <a:cs typeface="Carlito"/>
                        </a:rPr>
                        <a:t>by</a:t>
                      </a:r>
                      <a:r>
                        <a:rPr sz="1500" spc="-10" dirty="0">
                          <a:latin typeface="Carlito"/>
                          <a:cs typeface="Carlito"/>
                        </a:rPr>
                        <a:t> </a:t>
                      </a:r>
                      <a:r>
                        <a:rPr sz="1500" dirty="0">
                          <a:latin typeface="Carlito"/>
                          <a:cs typeface="Carlito"/>
                        </a:rPr>
                        <a:t>all</a:t>
                      </a:r>
                      <a:r>
                        <a:rPr sz="1500" spc="-10" dirty="0">
                          <a:latin typeface="Carlito"/>
                          <a:cs typeface="Carlito"/>
                        </a:rPr>
                        <a:t> </a:t>
                      </a:r>
                      <a:r>
                        <a:rPr sz="1500" dirty="0">
                          <a:latin typeface="Carlito"/>
                          <a:cs typeface="Carlito"/>
                        </a:rPr>
                        <a:t>team</a:t>
                      </a:r>
                      <a:r>
                        <a:rPr sz="1500" spc="-30" dirty="0">
                          <a:latin typeface="Carlito"/>
                          <a:cs typeface="Carlito"/>
                        </a:rPr>
                        <a:t> </a:t>
                      </a:r>
                      <a:r>
                        <a:rPr sz="1500" spc="-10" dirty="0">
                          <a:latin typeface="Carlito"/>
                          <a:cs typeface="Carlito"/>
                        </a:rPr>
                        <a:t>members.</a:t>
                      </a:r>
                      <a:endParaRPr sz="1500">
                        <a:latin typeface="Carlito"/>
                        <a:cs typeface="Carlito"/>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8D0D0"/>
                    </a:solidFill>
                  </a:tcPr>
                </a:tc>
                <a:extLst>
                  <a:ext uri="{0D108BD9-81ED-4DB2-BD59-A6C34878D82A}">
                    <a16:rowId xmlns:a16="http://schemas.microsoft.com/office/drawing/2014/main" val="10001"/>
                  </a:ext>
                </a:extLst>
              </a:tr>
              <a:tr h="1666239">
                <a:tc>
                  <a:txBody>
                    <a:bodyPr/>
                    <a:lstStyle/>
                    <a:p>
                      <a:pPr>
                        <a:lnSpc>
                          <a:spcPct val="100000"/>
                        </a:lnSpc>
                        <a:spcBef>
                          <a:spcPts val="1880"/>
                        </a:spcBef>
                      </a:pPr>
                      <a:endParaRPr sz="2400">
                        <a:latin typeface="Times New Roman"/>
                        <a:cs typeface="Times New Roman"/>
                      </a:endParaRPr>
                    </a:p>
                    <a:p>
                      <a:pPr marL="1905" algn="ctr">
                        <a:lnSpc>
                          <a:spcPct val="100000"/>
                        </a:lnSpc>
                      </a:pPr>
                      <a:r>
                        <a:rPr sz="2400" dirty="0">
                          <a:latin typeface="Carlito"/>
                          <a:cs typeface="Carlito"/>
                        </a:rPr>
                        <a:t>Phase</a:t>
                      </a:r>
                      <a:r>
                        <a:rPr sz="2400" spc="-60" dirty="0">
                          <a:latin typeface="Carlito"/>
                          <a:cs typeface="Carlito"/>
                        </a:rPr>
                        <a:t> </a:t>
                      </a:r>
                      <a:r>
                        <a:rPr sz="2400" spc="-50" dirty="0">
                          <a:latin typeface="Carlito"/>
                          <a:cs typeface="Carlito"/>
                        </a:rPr>
                        <a:t>2</a:t>
                      </a:r>
                      <a:endParaRPr sz="2400">
                        <a:latin typeface="Carlito"/>
                        <a:cs typeface="Carlito"/>
                      </a:endParaRPr>
                    </a:p>
                  </a:txBody>
                  <a:tcPr marL="0" marR="0" marT="2387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4E9E9"/>
                    </a:solidFill>
                  </a:tcPr>
                </a:tc>
                <a:tc>
                  <a:txBody>
                    <a:bodyPr/>
                    <a:lstStyle/>
                    <a:p>
                      <a:pPr marL="204470" marR="196215" algn="ctr">
                        <a:lnSpc>
                          <a:spcPct val="100000"/>
                        </a:lnSpc>
                        <a:spcBef>
                          <a:spcPts val="1760"/>
                        </a:spcBef>
                      </a:pPr>
                      <a:r>
                        <a:rPr sz="2400" dirty="0">
                          <a:latin typeface="Carlito"/>
                          <a:cs typeface="Carlito"/>
                        </a:rPr>
                        <a:t>After</a:t>
                      </a:r>
                      <a:r>
                        <a:rPr sz="2400" spc="-65" dirty="0">
                          <a:latin typeface="Carlito"/>
                          <a:cs typeface="Carlito"/>
                        </a:rPr>
                        <a:t> </a:t>
                      </a:r>
                      <a:r>
                        <a:rPr sz="2400" spc="-35" dirty="0">
                          <a:latin typeface="Carlito"/>
                          <a:cs typeface="Carlito"/>
                        </a:rPr>
                        <a:t>CATI</a:t>
                      </a:r>
                      <a:r>
                        <a:rPr sz="2400" spc="-65" dirty="0">
                          <a:latin typeface="Carlito"/>
                          <a:cs typeface="Carlito"/>
                        </a:rPr>
                        <a:t> </a:t>
                      </a:r>
                      <a:r>
                        <a:rPr sz="2400" spc="-25" dirty="0">
                          <a:latin typeface="Carlito"/>
                          <a:cs typeface="Carlito"/>
                        </a:rPr>
                        <a:t>and </a:t>
                      </a:r>
                      <a:r>
                        <a:rPr sz="2400" spc="-10" dirty="0">
                          <a:latin typeface="Carlito"/>
                          <a:cs typeface="Carlito"/>
                        </a:rPr>
                        <a:t>before</a:t>
                      </a:r>
                      <a:r>
                        <a:rPr sz="2400" spc="-85" dirty="0">
                          <a:latin typeface="Carlito"/>
                          <a:cs typeface="Carlito"/>
                        </a:rPr>
                        <a:t> </a:t>
                      </a:r>
                      <a:r>
                        <a:rPr sz="2400" spc="-20" dirty="0">
                          <a:latin typeface="Carlito"/>
                          <a:cs typeface="Carlito"/>
                        </a:rPr>
                        <a:t>CATII </a:t>
                      </a:r>
                      <a:r>
                        <a:rPr sz="2400" spc="-10" dirty="0">
                          <a:latin typeface="Carlito"/>
                          <a:cs typeface="Carlito"/>
                        </a:rPr>
                        <a:t>Exams</a:t>
                      </a:r>
                      <a:endParaRPr sz="2400">
                        <a:latin typeface="Carlito"/>
                        <a:cs typeface="Carlito"/>
                      </a:endParaRPr>
                    </a:p>
                  </a:txBody>
                  <a:tcPr marL="0" marR="0" marT="2235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4E9E9"/>
                    </a:solidFill>
                  </a:tcPr>
                </a:tc>
                <a:tc>
                  <a:txBody>
                    <a:bodyPr/>
                    <a:lstStyle/>
                    <a:p>
                      <a:pPr>
                        <a:lnSpc>
                          <a:spcPct val="100000"/>
                        </a:lnSpc>
                        <a:spcBef>
                          <a:spcPts val="229"/>
                        </a:spcBef>
                      </a:pPr>
                      <a:endParaRPr sz="1500">
                        <a:latin typeface="Times New Roman"/>
                        <a:cs typeface="Times New Roman"/>
                      </a:endParaRPr>
                    </a:p>
                    <a:p>
                      <a:pPr marL="162560" marR="156210" algn="ctr">
                        <a:lnSpc>
                          <a:spcPct val="100000"/>
                        </a:lnSpc>
                      </a:pPr>
                      <a:r>
                        <a:rPr sz="1500" dirty="0">
                          <a:latin typeface="Carlito"/>
                          <a:cs typeface="Carlito"/>
                        </a:rPr>
                        <a:t>Finalized</a:t>
                      </a:r>
                      <a:r>
                        <a:rPr sz="1500" spc="-50" dirty="0">
                          <a:latin typeface="Carlito"/>
                          <a:cs typeface="Carlito"/>
                        </a:rPr>
                        <a:t> </a:t>
                      </a:r>
                      <a:r>
                        <a:rPr sz="1500" dirty="0">
                          <a:latin typeface="Carlito"/>
                          <a:cs typeface="Carlito"/>
                        </a:rPr>
                        <a:t>the</a:t>
                      </a:r>
                      <a:r>
                        <a:rPr sz="1500" spc="-55" dirty="0">
                          <a:latin typeface="Carlito"/>
                          <a:cs typeface="Carlito"/>
                        </a:rPr>
                        <a:t> </a:t>
                      </a:r>
                      <a:r>
                        <a:rPr sz="1500" spc="-10" dirty="0">
                          <a:latin typeface="Carlito"/>
                          <a:cs typeface="Carlito"/>
                        </a:rPr>
                        <a:t>project </a:t>
                      </a:r>
                      <a:r>
                        <a:rPr sz="1500" dirty="0">
                          <a:latin typeface="Carlito"/>
                          <a:cs typeface="Carlito"/>
                        </a:rPr>
                        <a:t>topic,</a:t>
                      </a:r>
                      <a:r>
                        <a:rPr sz="1500" spc="-50" dirty="0">
                          <a:latin typeface="Carlito"/>
                          <a:cs typeface="Carlito"/>
                        </a:rPr>
                        <a:t> </a:t>
                      </a:r>
                      <a:r>
                        <a:rPr sz="1500" spc="-10" dirty="0">
                          <a:latin typeface="Carlito"/>
                          <a:cs typeface="Carlito"/>
                        </a:rPr>
                        <a:t>researched sensors,</a:t>
                      </a:r>
                      <a:r>
                        <a:rPr sz="1500" spc="-15" dirty="0">
                          <a:latin typeface="Carlito"/>
                          <a:cs typeface="Carlito"/>
                        </a:rPr>
                        <a:t> </a:t>
                      </a:r>
                      <a:r>
                        <a:rPr sz="1500" spc="-10" dirty="0">
                          <a:latin typeface="Carlito"/>
                          <a:cs typeface="Carlito"/>
                        </a:rPr>
                        <a:t>coding requirements,</a:t>
                      </a:r>
                      <a:r>
                        <a:rPr sz="1500" spc="-15" dirty="0">
                          <a:latin typeface="Carlito"/>
                          <a:cs typeface="Carlito"/>
                        </a:rPr>
                        <a:t> </a:t>
                      </a:r>
                      <a:r>
                        <a:rPr sz="1500" spc="-25" dirty="0">
                          <a:latin typeface="Carlito"/>
                          <a:cs typeface="Carlito"/>
                        </a:rPr>
                        <a:t>and </a:t>
                      </a:r>
                      <a:r>
                        <a:rPr sz="1500" spc="-10" dirty="0">
                          <a:latin typeface="Carlito"/>
                          <a:cs typeface="Carlito"/>
                        </a:rPr>
                        <a:t>purchased</a:t>
                      </a:r>
                      <a:r>
                        <a:rPr sz="1500" spc="5" dirty="0">
                          <a:latin typeface="Carlito"/>
                          <a:cs typeface="Carlito"/>
                        </a:rPr>
                        <a:t> </a:t>
                      </a:r>
                      <a:r>
                        <a:rPr sz="1500" spc="-10" dirty="0">
                          <a:latin typeface="Carlito"/>
                          <a:cs typeface="Carlito"/>
                        </a:rPr>
                        <a:t>components.</a:t>
                      </a:r>
                      <a:endParaRPr sz="1500">
                        <a:latin typeface="Carlito"/>
                        <a:cs typeface="Carlito"/>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4E9E9"/>
                    </a:solidFill>
                  </a:tcPr>
                </a:tc>
                <a:tc>
                  <a:txBody>
                    <a:bodyPr/>
                    <a:lstStyle/>
                    <a:p>
                      <a:pPr>
                        <a:lnSpc>
                          <a:spcPct val="100000"/>
                        </a:lnSpc>
                        <a:spcBef>
                          <a:spcPts val="1714"/>
                        </a:spcBef>
                      </a:pPr>
                      <a:endParaRPr sz="1500">
                        <a:latin typeface="Times New Roman"/>
                        <a:cs typeface="Times New Roman"/>
                      </a:endParaRPr>
                    </a:p>
                    <a:p>
                      <a:pPr marL="139700" marR="132080" indent="-635" algn="ctr">
                        <a:lnSpc>
                          <a:spcPct val="100000"/>
                        </a:lnSpc>
                      </a:pPr>
                      <a:r>
                        <a:rPr sz="1500" dirty="0">
                          <a:latin typeface="Carlito"/>
                          <a:cs typeface="Carlito"/>
                        </a:rPr>
                        <a:t>Each</a:t>
                      </a:r>
                      <a:r>
                        <a:rPr sz="1500" spc="-40" dirty="0">
                          <a:latin typeface="Carlito"/>
                          <a:cs typeface="Carlito"/>
                        </a:rPr>
                        <a:t> </a:t>
                      </a:r>
                      <a:r>
                        <a:rPr sz="1500" dirty="0">
                          <a:latin typeface="Carlito"/>
                          <a:cs typeface="Carlito"/>
                        </a:rPr>
                        <a:t>member</a:t>
                      </a:r>
                      <a:r>
                        <a:rPr sz="1500" spc="-45" dirty="0">
                          <a:latin typeface="Carlito"/>
                          <a:cs typeface="Carlito"/>
                        </a:rPr>
                        <a:t> </a:t>
                      </a:r>
                      <a:r>
                        <a:rPr sz="1500" spc="-10" dirty="0">
                          <a:latin typeface="Carlito"/>
                          <a:cs typeface="Carlito"/>
                        </a:rPr>
                        <a:t>researched</a:t>
                      </a:r>
                      <a:r>
                        <a:rPr sz="1500" spc="-50" dirty="0">
                          <a:latin typeface="Carlito"/>
                          <a:cs typeface="Carlito"/>
                        </a:rPr>
                        <a:t> </a:t>
                      </a:r>
                      <a:r>
                        <a:rPr sz="1500" spc="-10" dirty="0">
                          <a:latin typeface="Carlito"/>
                          <a:cs typeface="Carlito"/>
                        </a:rPr>
                        <a:t>specific </a:t>
                      </a:r>
                      <a:r>
                        <a:rPr sz="1500" dirty="0">
                          <a:latin typeface="Carlito"/>
                          <a:cs typeface="Carlito"/>
                        </a:rPr>
                        <a:t>areas</a:t>
                      </a:r>
                      <a:r>
                        <a:rPr sz="1500" spc="-60" dirty="0">
                          <a:latin typeface="Carlito"/>
                          <a:cs typeface="Carlito"/>
                        </a:rPr>
                        <a:t> </a:t>
                      </a:r>
                      <a:r>
                        <a:rPr sz="1500" dirty="0">
                          <a:latin typeface="Carlito"/>
                          <a:cs typeface="Carlito"/>
                        </a:rPr>
                        <a:t>(sensors,</a:t>
                      </a:r>
                      <a:r>
                        <a:rPr sz="1500" spc="-40" dirty="0">
                          <a:latin typeface="Carlito"/>
                          <a:cs typeface="Carlito"/>
                        </a:rPr>
                        <a:t> </a:t>
                      </a:r>
                      <a:r>
                        <a:rPr sz="1500" dirty="0">
                          <a:latin typeface="Carlito"/>
                          <a:cs typeface="Carlito"/>
                        </a:rPr>
                        <a:t>coding,</a:t>
                      </a:r>
                      <a:r>
                        <a:rPr sz="1500" spc="-60" dirty="0">
                          <a:latin typeface="Carlito"/>
                          <a:cs typeface="Carlito"/>
                        </a:rPr>
                        <a:t> </a:t>
                      </a:r>
                      <a:r>
                        <a:rPr sz="1500" spc="-10" dirty="0">
                          <a:latin typeface="Carlito"/>
                          <a:cs typeface="Carlito"/>
                        </a:rPr>
                        <a:t>hardware) </a:t>
                      </a:r>
                      <a:r>
                        <a:rPr sz="1500" dirty="0">
                          <a:latin typeface="Carlito"/>
                          <a:cs typeface="Carlito"/>
                        </a:rPr>
                        <a:t>and</a:t>
                      </a:r>
                      <a:r>
                        <a:rPr sz="1500" spc="-30" dirty="0">
                          <a:latin typeface="Carlito"/>
                          <a:cs typeface="Carlito"/>
                        </a:rPr>
                        <a:t> </a:t>
                      </a:r>
                      <a:r>
                        <a:rPr sz="1500" dirty="0">
                          <a:latin typeface="Carlito"/>
                          <a:cs typeface="Carlito"/>
                        </a:rPr>
                        <a:t>pooled</a:t>
                      </a:r>
                      <a:r>
                        <a:rPr sz="1500" spc="-25" dirty="0">
                          <a:latin typeface="Carlito"/>
                          <a:cs typeface="Carlito"/>
                        </a:rPr>
                        <a:t> </a:t>
                      </a:r>
                      <a:r>
                        <a:rPr sz="1500" spc="-10" dirty="0">
                          <a:latin typeface="Carlito"/>
                          <a:cs typeface="Carlito"/>
                        </a:rPr>
                        <a:t>findings.</a:t>
                      </a:r>
                      <a:endParaRPr sz="1500">
                        <a:latin typeface="Carlito"/>
                        <a:cs typeface="Carlito"/>
                      </a:endParaRPr>
                    </a:p>
                  </a:txBody>
                  <a:tcPr marL="0" marR="0" marT="2178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4E9E9"/>
                    </a:solidFill>
                  </a:tcPr>
                </a:tc>
                <a:extLst>
                  <a:ext uri="{0D108BD9-81ED-4DB2-BD59-A6C34878D82A}">
                    <a16:rowId xmlns:a16="http://schemas.microsoft.com/office/drawing/2014/main" val="10002"/>
                  </a:ext>
                </a:extLst>
              </a:tr>
              <a:tr h="1365885">
                <a:tc>
                  <a:txBody>
                    <a:bodyPr/>
                    <a:lstStyle/>
                    <a:p>
                      <a:pPr>
                        <a:lnSpc>
                          <a:spcPct val="100000"/>
                        </a:lnSpc>
                        <a:spcBef>
                          <a:spcPts val="700"/>
                        </a:spcBef>
                      </a:pPr>
                      <a:endParaRPr sz="2400">
                        <a:latin typeface="Times New Roman"/>
                        <a:cs typeface="Times New Roman"/>
                      </a:endParaRPr>
                    </a:p>
                    <a:p>
                      <a:pPr marL="1905" algn="ctr">
                        <a:lnSpc>
                          <a:spcPct val="100000"/>
                        </a:lnSpc>
                        <a:spcBef>
                          <a:spcPts val="5"/>
                        </a:spcBef>
                      </a:pPr>
                      <a:r>
                        <a:rPr sz="2400" dirty="0">
                          <a:latin typeface="Carlito"/>
                          <a:cs typeface="Carlito"/>
                        </a:rPr>
                        <a:t>Phase</a:t>
                      </a:r>
                      <a:r>
                        <a:rPr sz="2400" spc="-60" dirty="0">
                          <a:latin typeface="Carlito"/>
                          <a:cs typeface="Carlito"/>
                        </a:rPr>
                        <a:t> </a:t>
                      </a:r>
                      <a:r>
                        <a:rPr sz="2400" spc="-50" dirty="0">
                          <a:latin typeface="Carlito"/>
                          <a:cs typeface="Carlito"/>
                        </a:rPr>
                        <a:t>3</a:t>
                      </a:r>
                      <a:endParaRPr sz="2400">
                        <a:latin typeface="Carlito"/>
                        <a:cs typeface="Carlito"/>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D0D0"/>
                    </a:solidFill>
                  </a:tcPr>
                </a:tc>
                <a:tc>
                  <a:txBody>
                    <a:bodyPr/>
                    <a:lstStyle/>
                    <a:p>
                      <a:pPr>
                        <a:lnSpc>
                          <a:spcPct val="100000"/>
                        </a:lnSpc>
                        <a:spcBef>
                          <a:spcPts val="700"/>
                        </a:spcBef>
                      </a:pPr>
                      <a:endParaRPr sz="2400">
                        <a:latin typeface="Times New Roman"/>
                        <a:cs typeface="Times New Roman"/>
                      </a:endParaRPr>
                    </a:p>
                    <a:p>
                      <a:pPr algn="ctr">
                        <a:lnSpc>
                          <a:spcPct val="100000"/>
                        </a:lnSpc>
                        <a:spcBef>
                          <a:spcPts val="5"/>
                        </a:spcBef>
                      </a:pPr>
                      <a:r>
                        <a:rPr sz="2400" dirty="0">
                          <a:latin typeface="Carlito"/>
                          <a:cs typeface="Carlito"/>
                        </a:rPr>
                        <a:t>After</a:t>
                      </a:r>
                      <a:r>
                        <a:rPr sz="2400" spc="-60" dirty="0">
                          <a:latin typeface="Carlito"/>
                          <a:cs typeface="Carlito"/>
                        </a:rPr>
                        <a:t> </a:t>
                      </a:r>
                      <a:r>
                        <a:rPr sz="2400" spc="-20" dirty="0">
                          <a:latin typeface="Carlito"/>
                          <a:cs typeface="Carlito"/>
                        </a:rPr>
                        <a:t>CATII</a:t>
                      </a:r>
                      <a:endParaRPr sz="2400">
                        <a:latin typeface="Carlito"/>
                        <a:cs typeface="Carlito"/>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D0D0"/>
                    </a:solidFill>
                  </a:tcPr>
                </a:tc>
                <a:tc>
                  <a:txBody>
                    <a:bodyPr/>
                    <a:lstStyle/>
                    <a:p>
                      <a:pPr marL="31115" marR="18415" algn="ctr">
                        <a:lnSpc>
                          <a:spcPct val="100000"/>
                        </a:lnSpc>
                        <a:spcBef>
                          <a:spcPts val="1360"/>
                        </a:spcBef>
                      </a:pPr>
                      <a:r>
                        <a:rPr sz="1500" dirty="0">
                          <a:latin typeface="Carlito"/>
                          <a:cs typeface="Carlito"/>
                        </a:rPr>
                        <a:t>Assembled</a:t>
                      </a:r>
                      <a:r>
                        <a:rPr sz="1500" spc="-40" dirty="0">
                          <a:latin typeface="Carlito"/>
                          <a:cs typeface="Carlito"/>
                        </a:rPr>
                        <a:t> </a:t>
                      </a:r>
                      <a:r>
                        <a:rPr sz="1500" dirty="0">
                          <a:latin typeface="Carlito"/>
                          <a:cs typeface="Carlito"/>
                        </a:rPr>
                        <a:t>all</a:t>
                      </a:r>
                      <a:r>
                        <a:rPr sz="1500" spc="-40" dirty="0">
                          <a:latin typeface="Carlito"/>
                          <a:cs typeface="Carlito"/>
                        </a:rPr>
                        <a:t> </a:t>
                      </a:r>
                      <a:r>
                        <a:rPr sz="1500" spc="-10" dirty="0">
                          <a:latin typeface="Carlito"/>
                          <a:cs typeface="Carlito"/>
                        </a:rPr>
                        <a:t>components, resolved</a:t>
                      </a:r>
                      <a:r>
                        <a:rPr sz="1500" spc="-5" dirty="0">
                          <a:latin typeface="Carlito"/>
                          <a:cs typeface="Carlito"/>
                        </a:rPr>
                        <a:t> </a:t>
                      </a:r>
                      <a:r>
                        <a:rPr sz="1500" dirty="0">
                          <a:latin typeface="Carlito"/>
                          <a:cs typeface="Carlito"/>
                        </a:rPr>
                        <a:t>bugs,</a:t>
                      </a:r>
                      <a:r>
                        <a:rPr sz="1500" spc="-20" dirty="0">
                          <a:latin typeface="Carlito"/>
                          <a:cs typeface="Carlito"/>
                        </a:rPr>
                        <a:t> </a:t>
                      </a:r>
                      <a:r>
                        <a:rPr sz="1500" spc="-25" dirty="0">
                          <a:latin typeface="Carlito"/>
                          <a:cs typeface="Carlito"/>
                        </a:rPr>
                        <a:t>and </a:t>
                      </a:r>
                      <a:r>
                        <a:rPr sz="1500" spc="-10" dirty="0">
                          <a:latin typeface="Carlito"/>
                          <a:cs typeface="Carlito"/>
                        </a:rPr>
                        <a:t>completed</a:t>
                      </a:r>
                      <a:r>
                        <a:rPr sz="1500" spc="-30" dirty="0">
                          <a:latin typeface="Carlito"/>
                          <a:cs typeface="Carlito"/>
                        </a:rPr>
                        <a:t> </a:t>
                      </a:r>
                      <a:r>
                        <a:rPr sz="1500" dirty="0">
                          <a:latin typeface="Carlito"/>
                          <a:cs typeface="Carlito"/>
                        </a:rPr>
                        <a:t>the</a:t>
                      </a:r>
                      <a:r>
                        <a:rPr sz="1500" spc="-30" dirty="0">
                          <a:latin typeface="Carlito"/>
                          <a:cs typeface="Carlito"/>
                        </a:rPr>
                        <a:t> </a:t>
                      </a:r>
                      <a:r>
                        <a:rPr sz="1500" dirty="0">
                          <a:latin typeface="Carlito"/>
                          <a:cs typeface="Carlito"/>
                        </a:rPr>
                        <a:t>project</a:t>
                      </a:r>
                      <a:r>
                        <a:rPr sz="1500" spc="-40" dirty="0">
                          <a:latin typeface="Carlito"/>
                          <a:cs typeface="Carlito"/>
                        </a:rPr>
                        <a:t> </a:t>
                      </a:r>
                      <a:r>
                        <a:rPr sz="1500" spc="-25" dirty="0">
                          <a:latin typeface="Carlito"/>
                          <a:cs typeface="Carlito"/>
                        </a:rPr>
                        <a:t>to </a:t>
                      </a:r>
                      <a:r>
                        <a:rPr sz="1500" spc="-10" dirty="0">
                          <a:latin typeface="Carlito"/>
                          <a:cs typeface="Carlito"/>
                        </a:rPr>
                        <a:t>perfection.</a:t>
                      </a:r>
                      <a:endParaRPr sz="1500">
                        <a:latin typeface="Carlito"/>
                        <a:cs typeface="Carlito"/>
                      </a:endParaRPr>
                    </a:p>
                  </a:txBody>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D0D0"/>
                    </a:solidFill>
                  </a:tcPr>
                </a:tc>
                <a:tc>
                  <a:txBody>
                    <a:bodyPr/>
                    <a:lstStyle/>
                    <a:p>
                      <a:pPr>
                        <a:lnSpc>
                          <a:spcPct val="100000"/>
                        </a:lnSpc>
                        <a:spcBef>
                          <a:spcPts val="535"/>
                        </a:spcBef>
                      </a:pPr>
                      <a:endParaRPr sz="1500">
                        <a:latin typeface="Times New Roman"/>
                        <a:cs typeface="Times New Roman"/>
                      </a:endParaRPr>
                    </a:p>
                    <a:p>
                      <a:pPr marL="194945" marR="187960" algn="ctr">
                        <a:lnSpc>
                          <a:spcPct val="100000"/>
                        </a:lnSpc>
                        <a:spcBef>
                          <a:spcPts val="5"/>
                        </a:spcBef>
                      </a:pPr>
                      <a:r>
                        <a:rPr sz="1500" spc="-20" dirty="0">
                          <a:latin typeface="Carlito"/>
                          <a:cs typeface="Carlito"/>
                        </a:rPr>
                        <a:t>Worked</a:t>
                      </a:r>
                      <a:r>
                        <a:rPr sz="1500" spc="-40" dirty="0">
                          <a:latin typeface="Carlito"/>
                          <a:cs typeface="Carlito"/>
                        </a:rPr>
                        <a:t> </a:t>
                      </a:r>
                      <a:r>
                        <a:rPr sz="1500" dirty="0">
                          <a:latin typeface="Carlito"/>
                          <a:cs typeface="Carlito"/>
                        </a:rPr>
                        <a:t>together</a:t>
                      </a:r>
                      <a:r>
                        <a:rPr sz="1500" spc="-50" dirty="0">
                          <a:latin typeface="Carlito"/>
                          <a:cs typeface="Carlito"/>
                        </a:rPr>
                        <a:t> </a:t>
                      </a:r>
                      <a:r>
                        <a:rPr sz="1500" dirty="0">
                          <a:latin typeface="Carlito"/>
                          <a:cs typeface="Carlito"/>
                        </a:rPr>
                        <a:t>on</a:t>
                      </a:r>
                      <a:r>
                        <a:rPr sz="1500" spc="-50" dirty="0">
                          <a:latin typeface="Carlito"/>
                          <a:cs typeface="Carlito"/>
                        </a:rPr>
                        <a:t> </a:t>
                      </a:r>
                      <a:r>
                        <a:rPr sz="1500" spc="-10" dirty="0">
                          <a:latin typeface="Carlito"/>
                          <a:cs typeface="Carlito"/>
                        </a:rPr>
                        <a:t>assembly, </a:t>
                      </a:r>
                      <a:r>
                        <a:rPr sz="1500" dirty="0">
                          <a:latin typeface="Carlito"/>
                          <a:cs typeface="Carlito"/>
                        </a:rPr>
                        <a:t>debugging,</a:t>
                      </a:r>
                      <a:r>
                        <a:rPr sz="1500" spc="-45" dirty="0">
                          <a:latin typeface="Carlito"/>
                          <a:cs typeface="Carlito"/>
                        </a:rPr>
                        <a:t> </a:t>
                      </a:r>
                      <a:r>
                        <a:rPr sz="1500" dirty="0">
                          <a:latin typeface="Carlito"/>
                          <a:cs typeface="Carlito"/>
                        </a:rPr>
                        <a:t>and</a:t>
                      </a:r>
                      <a:r>
                        <a:rPr sz="1500" spc="-25" dirty="0">
                          <a:latin typeface="Carlito"/>
                          <a:cs typeface="Carlito"/>
                        </a:rPr>
                        <a:t> </a:t>
                      </a:r>
                      <a:r>
                        <a:rPr sz="1500" spc="-10" dirty="0">
                          <a:latin typeface="Carlito"/>
                          <a:cs typeface="Carlito"/>
                        </a:rPr>
                        <a:t>finalization</a:t>
                      </a:r>
                      <a:r>
                        <a:rPr sz="1500" spc="-35" dirty="0">
                          <a:latin typeface="Carlito"/>
                          <a:cs typeface="Carlito"/>
                        </a:rPr>
                        <a:t> </a:t>
                      </a:r>
                      <a:r>
                        <a:rPr sz="1500" dirty="0">
                          <a:latin typeface="Carlito"/>
                          <a:cs typeface="Carlito"/>
                        </a:rPr>
                        <a:t>for</a:t>
                      </a:r>
                      <a:r>
                        <a:rPr sz="1500" spc="-5" dirty="0">
                          <a:latin typeface="Carlito"/>
                          <a:cs typeface="Carlito"/>
                        </a:rPr>
                        <a:t> </a:t>
                      </a:r>
                      <a:r>
                        <a:rPr sz="1500" spc="-50" dirty="0">
                          <a:latin typeface="Carlito"/>
                          <a:cs typeface="Carlito"/>
                        </a:rPr>
                        <a:t>a </a:t>
                      </a:r>
                      <a:r>
                        <a:rPr sz="1500" spc="-10" dirty="0">
                          <a:latin typeface="Carlito"/>
                          <a:cs typeface="Carlito"/>
                        </a:rPr>
                        <a:t>successful</a:t>
                      </a:r>
                      <a:r>
                        <a:rPr sz="1500" spc="10" dirty="0">
                          <a:latin typeface="Carlito"/>
                          <a:cs typeface="Carlito"/>
                        </a:rPr>
                        <a:t> </a:t>
                      </a:r>
                      <a:r>
                        <a:rPr sz="1500" spc="-10" dirty="0">
                          <a:latin typeface="Carlito"/>
                          <a:cs typeface="Carlito"/>
                        </a:rPr>
                        <a:t>implementation.</a:t>
                      </a:r>
                      <a:endParaRPr sz="1500">
                        <a:latin typeface="Carlito"/>
                        <a:cs typeface="Carlito"/>
                      </a:endParaRPr>
                    </a:p>
                  </a:txBody>
                  <a:tcPr marL="0" marR="0" marT="679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D0D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7"/>
          <p:cNvSpPr txBox="1"/>
          <p:nvPr/>
        </p:nvSpPr>
        <p:spPr>
          <a:xfrm>
            <a:off x="422859" y="3757676"/>
            <a:ext cx="3251700" cy="1183500"/>
          </a:xfrm>
          <a:prstGeom prst="rect">
            <a:avLst/>
          </a:prstGeom>
          <a:noFill/>
          <a:ln>
            <a:noFill/>
          </a:ln>
        </p:spPr>
        <p:txBody>
          <a:bodyPr anchorCtr="0" anchor="t" bIns="0" lIns="0" spcFirstLastPara="1" rIns="0" wrap="square" tIns="81275">
            <a:spAutoFit/>
          </a:bodyPr>
          <a:lstStyle/>
          <a:p>
            <a:pPr indent="387350" lvl="0" marL="12700" marR="5080" rtl="0" algn="l">
              <a:lnSpc>
                <a:spcPct val="108000"/>
              </a:lnSpc>
              <a:spcBef>
                <a:spcPts val="0"/>
              </a:spcBef>
              <a:spcAft>
                <a:spcPts val="0"/>
              </a:spcAft>
              <a:buNone/>
            </a:pPr>
            <a:r>
              <a:rPr lang="en-US" sz="4000">
                <a:latin typeface="Arial"/>
                <a:ea typeface="Arial"/>
                <a:cs typeface="Arial"/>
                <a:sym typeface="Arial"/>
              </a:rPr>
              <a:t>INDIVIDUAL CONTRIBUTION</a:t>
            </a:r>
            <a:endParaRPr sz="4000">
              <a:latin typeface="Arial"/>
              <a:ea typeface="Arial"/>
              <a:cs typeface="Arial"/>
              <a:sym typeface="Arial"/>
            </a:endParaRPr>
          </a:p>
        </p:txBody>
      </p:sp>
      <p:pic>
        <p:nvPicPr>
          <p:cNvPr id="151" name="Google Shape;151;p7"/>
          <p:cNvPicPr preferRelativeResize="0"/>
          <p:nvPr/>
        </p:nvPicPr>
        <p:blipFill rotWithShape="1">
          <a:blip r:embed="rId2">
            <a:alphaModFix/>
          </a:blip>
          <a:srcRect b="0" l="0" r="0" t="0"/>
          <a:stretch/>
        </p:blipFill>
        <p:spPr>
          <a:xfrm>
            <a:off x="0" y="0"/>
            <a:ext cx="6115808" cy="6858000"/>
          </a:xfrm>
          <a:prstGeom prst="rect">
            <a:avLst/>
          </a:prstGeom>
          <a:noFill/>
          <a:ln>
            <a:noFill/>
          </a:ln>
        </p:spPr>
      </p:pic>
      <p:sp>
        <p:nvSpPr>
          <p:cNvPr id="152" name="Google Shape;152;p7"/>
          <p:cNvSpPr txBox="1"/>
          <p:nvPr/>
        </p:nvSpPr>
        <p:spPr>
          <a:xfrm>
            <a:off x="4171569" y="362551"/>
            <a:ext cx="7674000" cy="3980100"/>
          </a:xfrm>
          <a:prstGeom prst="rect">
            <a:avLst/>
          </a:prstGeom>
          <a:noFill/>
          <a:ln>
            <a:noFill/>
          </a:ln>
        </p:spPr>
        <p:txBody>
          <a:bodyPr anchorCtr="0" anchor="t" bIns="0" lIns="0" spcFirstLastPara="1" rIns="0" wrap="square" tIns="64125">
            <a:spAutoFit/>
          </a:bodyPr>
          <a:lstStyle/>
          <a:p>
            <a:pPr indent="0" lvl="0" marL="12700" marR="0" rtl="0" algn="l">
              <a:lnSpc>
                <a:spcPct val="100000"/>
              </a:lnSpc>
              <a:spcBef>
                <a:spcPts val="0"/>
              </a:spcBef>
              <a:spcAft>
                <a:spcPts val="0"/>
              </a:spcAft>
              <a:buNone/>
            </a:pPr>
            <a:r>
              <a:rPr b="1" lang="en-US" sz="1600">
                <a:latin typeface="Verdana"/>
                <a:ea typeface="Verdana"/>
                <a:cs typeface="Verdana"/>
                <a:sym typeface="Verdana"/>
              </a:rPr>
              <a:t>23BEC0169 – RUDRESH KP</a:t>
            </a:r>
            <a:endParaRPr sz="1600">
              <a:latin typeface="Verdana"/>
              <a:ea typeface="Verdana"/>
              <a:cs typeface="Verdana"/>
              <a:sym typeface="Verdana"/>
            </a:endParaRPr>
          </a:p>
          <a:p>
            <a:pPr indent="-285750" lvl="0" marL="298450" marR="0" rtl="0" algn="l">
              <a:lnSpc>
                <a:spcPct val="114375"/>
              </a:lnSpc>
              <a:spcBef>
                <a:spcPts val="409"/>
              </a:spcBef>
              <a:spcAft>
                <a:spcPts val="0"/>
              </a:spcAft>
              <a:buSzPts val="1600"/>
              <a:buFont typeface="Arial"/>
              <a:buChar char="•"/>
            </a:pPr>
            <a:r>
              <a:rPr b="1" lang="en-US" sz="1600">
                <a:latin typeface="Verdana"/>
                <a:ea typeface="Verdana"/>
                <a:cs typeface="Verdana"/>
                <a:sym typeface="Verdana"/>
              </a:rPr>
              <a:t>Project Planning</a:t>
            </a:r>
            <a:r>
              <a:rPr lang="en-US" sz="1600">
                <a:latin typeface="Arial"/>
                <a:ea typeface="Arial"/>
                <a:cs typeface="Arial"/>
                <a:sym typeface="Arial"/>
              </a:rPr>
              <a:t>: Contributed to brainstorming and discussing project ideas and</a:t>
            </a:r>
            <a:endParaRPr sz="1600">
              <a:latin typeface="Arial"/>
              <a:ea typeface="Arial"/>
              <a:cs typeface="Arial"/>
              <a:sym typeface="Arial"/>
            </a:endParaRPr>
          </a:p>
          <a:p>
            <a:pPr indent="0" lvl="0" marL="355600" marR="0" rtl="0" algn="l">
              <a:lnSpc>
                <a:spcPct val="114375"/>
              </a:lnSpc>
              <a:spcBef>
                <a:spcPts val="0"/>
              </a:spcBef>
              <a:spcAft>
                <a:spcPts val="0"/>
              </a:spcAft>
              <a:buNone/>
            </a:pPr>
            <a:r>
              <a:rPr lang="en-US" sz="1600">
                <a:latin typeface="Arial"/>
                <a:ea typeface="Arial"/>
                <a:cs typeface="Arial"/>
                <a:sym typeface="Arial"/>
              </a:rPr>
              <a:t>objectives during Phase 1.</a:t>
            </a:r>
            <a:endParaRPr sz="1600">
              <a:latin typeface="Arial"/>
              <a:ea typeface="Arial"/>
              <a:cs typeface="Arial"/>
              <a:sym typeface="Arial"/>
            </a:endParaRPr>
          </a:p>
          <a:p>
            <a:pPr indent="-285750" lvl="0" marL="285750" marR="0" rtl="0" algn="l">
              <a:spcBef>
                <a:spcPts val="855"/>
              </a:spcBef>
              <a:spcAft>
                <a:spcPts val="0"/>
              </a:spcAft>
              <a:buSzPts val="1600"/>
              <a:buFont typeface="Arial"/>
              <a:buChar char="•"/>
            </a:pPr>
            <a:r>
              <a:rPr b="1" lang="en-US" sz="1600">
                <a:latin typeface="Verdana"/>
                <a:ea typeface="Verdana"/>
                <a:cs typeface="Verdana"/>
                <a:sym typeface="Verdana"/>
              </a:rPr>
              <a:t>IoT Integration: </a:t>
            </a:r>
            <a:r>
              <a:rPr lang="en-US" sz="1600">
                <a:latin typeface="Verdana"/>
                <a:ea typeface="Verdana"/>
                <a:cs typeface="Verdana"/>
                <a:sym typeface="Verdana"/>
              </a:rPr>
              <a:t>Took charge of integrating the IoT platform (Blynk) and ensuring real-time data transmission to the mobile app.</a:t>
            </a:r>
            <a:endParaRPr/>
          </a:p>
          <a:p>
            <a:pPr indent="0" lvl="0" marL="12065" marR="610870" rtl="0" algn="l">
              <a:lnSpc>
                <a:spcPct val="108687"/>
              </a:lnSpc>
              <a:spcBef>
                <a:spcPts val="580"/>
              </a:spcBef>
              <a:spcAft>
                <a:spcPts val="0"/>
              </a:spcAft>
              <a:buNone/>
            </a:pPr>
            <a:r>
              <a:rPr b="1" lang="en-US" sz="1600">
                <a:latin typeface="Verdana"/>
                <a:ea typeface="Verdana"/>
                <a:cs typeface="Verdana"/>
                <a:sym typeface="Verdana"/>
              </a:rPr>
              <a:t>23BEC0037 – SANKESH SU</a:t>
            </a:r>
            <a:endParaRPr sz="1600">
              <a:latin typeface="Arial"/>
              <a:ea typeface="Arial"/>
              <a:cs typeface="Arial"/>
              <a:sym typeface="Arial"/>
            </a:endParaRPr>
          </a:p>
          <a:p>
            <a:pPr indent="-285750" lvl="0" marL="285750" marR="0" rtl="0" algn="l">
              <a:spcBef>
                <a:spcPts val="855"/>
              </a:spcBef>
              <a:spcAft>
                <a:spcPts val="0"/>
              </a:spcAft>
              <a:buSzPts val="1600"/>
              <a:buFont typeface="Arial"/>
              <a:buChar char="•"/>
            </a:pPr>
            <a:r>
              <a:rPr b="1" lang="en-US" sz="1600">
                <a:latin typeface="Verdana"/>
                <a:ea typeface="Verdana"/>
                <a:cs typeface="Verdana"/>
                <a:sym typeface="Verdana"/>
              </a:rPr>
              <a:t>Component Purchase</a:t>
            </a:r>
            <a:r>
              <a:rPr lang="en-US" sz="1600">
                <a:latin typeface="Arial"/>
                <a:ea typeface="Arial"/>
                <a:cs typeface="Arial"/>
                <a:sym typeface="Arial"/>
              </a:rPr>
              <a:t>: Responsible for sourcing and purchasing necessary components for the project.</a:t>
            </a:r>
            <a:endParaRPr/>
          </a:p>
          <a:p>
            <a:pPr indent="-285750" lvl="0" marL="285750" marR="0" rtl="0" algn="l">
              <a:spcBef>
                <a:spcPts val="855"/>
              </a:spcBef>
              <a:spcAft>
                <a:spcPts val="0"/>
              </a:spcAft>
              <a:buSzPts val="1600"/>
              <a:buFont typeface="Arial"/>
              <a:buChar char="•"/>
            </a:pPr>
            <a:r>
              <a:rPr b="1" lang="en-US" sz="1600">
                <a:latin typeface="Verdana"/>
                <a:ea typeface="Verdana"/>
                <a:cs typeface="Verdana"/>
                <a:sym typeface="Verdana"/>
              </a:rPr>
              <a:t>Research on Sensors</a:t>
            </a:r>
            <a:r>
              <a:rPr lang="en-US" sz="1600">
                <a:latin typeface="Arial"/>
                <a:ea typeface="Arial"/>
                <a:cs typeface="Arial"/>
                <a:sym typeface="Arial"/>
              </a:rPr>
              <a:t>: Took the lead in researching suitable sensors (BMP280 and MQ2) for the air quality monitoring system.</a:t>
            </a:r>
            <a:endParaRPr sz="1600">
              <a:latin typeface="Arial"/>
              <a:ea typeface="Arial"/>
              <a:cs typeface="Arial"/>
              <a:sym typeface="Arial"/>
            </a:endParaRPr>
          </a:p>
          <a:p>
            <a:pPr indent="0" lvl="0" marL="0" marR="0" rtl="0" algn="l">
              <a:spcBef>
                <a:spcPts val="855"/>
              </a:spcBef>
              <a:spcAft>
                <a:spcPts val="0"/>
              </a:spcAft>
              <a:buNone/>
            </a:pPr>
            <a:r>
              <a:t/>
            </a:r>
            <a:endParaRPr sz="1600">
              <a:latin typeface="Arial"/>
              <a:ea typeface="Arial"/>
              <a:cs typeface="Arial"/>
              <a:sym typeface="Arial"/>
            </a:endParaRPr>
          </a:p>
          <a:p>
            <a:pPr indent="0" lvl="0" marL="12700" marR="0" rtl="0" algn="l">
              <a:lnSpc>
                <a:spcPct val="100000"/>
              </a:lnSpc>
              <a:spcBef>
                <a:spcPts val="0"/>
              </a:spcBef>
              <a:spcAft>
                <a:spcPts val="0"/>
              </a:spcAft>
              <a:buNone/>
            </a:pPr>
            <a:r>
              <a:rPr b="1" lang="en-US" sz="1600">
                <a:latin typeface="Verdana"/>
                <a:ea typeface="Verdana"/>
                <a:cs typeface="Verdana"/>
                <a:sym typeface="Verdana"/>
              </a:rPr>
              <a:t>23BEC0358 – HARI KRUTHIK SK</a:t>
            </a:r>
            <a:endParaRPr sz="1600">
              <a:latin typeface="Verdana"/>
              <a:ea typeface="Verdana"/>
              <a:cs typeface="Verdana"/>
              <a:sym typeface="Verdana"/>
            </a:endParaRPr>
          </a:p>
        </p:txBody>
      </p:sp>
      <p:sp>
        <p:nvSpPr>
          <p:cNvPr id="153" name="Google Shape;153;p7"/>
          <p:cNvSpPr txBox="1"/>
          <p:nvPr/>
        </p:nvSpPr>
        <p:spPr>
          <a:xfrm>
            <a:off x="4171569" y="3892609"/>
            <a:ext cx="7618200" cy="2078100"/>
          </a:xfrm>
          <a:prstGeom prst="rect">
            <a:avLst/>
          </a:prstGeom>
          <a:noFill/>
          <a:ln>
            <a:noFill/>
          </a:ln>
        </p:spPr>
        <p:txBody>
          <a:bodyPr anchorCtr="0" anchor="t" bIns="0" lIns="0" spcFirstLastPara="1" rIns="0" wrap="square" tIns="38100">
            <a:spAutoFit/>
          </a:bodyPr>
          <a:lstStyle/>
          <a:p>
            <a:pPr indent="-287019" lvl="0" marL="299085" marR="5080" rtl="0" algn="l">
              <a:lnSpc>
                <a:spcPct val="108687"/>
              </a:lnSpc>
              <a:spcBef>
                <a:spcPts val="0"/>
              </a:spcBef>
              <a:spcAft>
                <a:spcPts val="0"/>
              </a:spcAft>
              <a:buSzPts val="1600"/>
              <a:buFont typeface="Arial"/>
              <a:buChar char="•"/>
            </a:pPr>
            <a:r>
              <a:rPr b="1" lang="en-US" sz="1600">
                <a:latin typeface="Verdana"/>
                <a:ea typeface="Verdana"/>
                <a:cs typeface="Verdana"/>
                <a:sym typeface="Verdana"/>
              </a:rPr>
              <a:t>System Design</a:t>
            </a:r>
            <a:r>
              <a:rPr lang="en-US" sz="1600">
                <a:latin typeface="Arial"/>
                <a:ea typeface="Arial"/>
                <a:cs typeface="Arial"/>
                <a:sym typeface="Arial"/>
              </a:rPr>
              <a:t>: Contributed to system architecture and design, ensuring proper integration of ESP32, sensors, and SD card module.</a:t>
            </a:r>
            <a:endParaRPr sz="1600">
              <a:latin typeface="Arial"/>
              <a:ea typeface="Arial"/>
              <a:cs typeface="Arial"/>
              <a:sym typeface="Arial"/>
            </a:endParaRPr>
          </a:p>
          <a:p>
            <a:pPr indent="-286385" lvl="0" marL="299085" marR="0" rtl="0" algn="l">
              <a:lnSpc>
                <a:spcPct val="114375"/>
              </a:lnSpc>
              <a:spcBef>
                <a:spcPts val="365"/>
              </a:spcBef>
              <a:spcAft>
                <a:spcPts val="0"/>
              </a:spcAft>
              <a:buSzPts val="1600"/>
              <a:buFont typeface="Arial"/>
              <a:buChar char="•"/>
            </a:pPr>
            <a:r>
              <a:rPr b="1" lang="en-US" sz="1600">
                <a:latin typeface="Verdana"/>
                <a:ea typeface="Verdana"/>
                <a:cs typeface="Verdana"/>
                <a:sym typeface="Verdana"/>
              </a:rPr>
              <a:t>Coding</a:t>
            </a:r>
            <a:r>
              <a:rPr lang="en-US" sz="1600">
                <a:latin typeface="Arial"/>
                <a:ea typeface="Arial"/>
                <a:cs typeface="Arial"/>
                <a:sym typeface="Arial"/>
              </a:rPr>
              <a:t>: Developed the code to interface with the BMP280 and MQ2 sensors, as</a:t>
            </a:r>
            <a:endParaRPr sz="1600">
              <a:latin typeface="Arial"/>
              <a:ea typeface="Arial"/>
              <a:cs typeface="Arial"/>
              <a:sym typeface="Arial"/>
            </a:endParaRPr>
          </a:p>
          <a:p>
            <a:pPr indent="0" lvl="0" marL="299085" marR="0" rtl="0" algn="l">
              <a:lnSpc>
                <a:spcPct val="114375"/>
              </a:lnSpc>
              <a:spcBef>
                <a:spcPts val="0"/>
              </a:spcBef>
              <a:spcAft>
                <a:spcPts val="0"/>
              </a:spcAft>
              <a:buNone/>
            </a:pPr>
            <a:r>
              <a:rPr lang="en-US" sz="1600">
                <a:latin typeface="Arial"/>
                <a:ea typeface="Arial"/>
                <a:cs typeface="Arial"/>
                <a:sym typeface="Arial"/>
              </a:rPr>
              <a:t>well as for data logging and communication with Blynk.</a:t>
            </a:r>
            <a:endParaRPr sz="1600">
              <a:latin typeface="Arial"/>
              <a:ea typeface="Arial"/>
              <a:cs typeface="Arial"/>
              <a:sym typeface="Arial"/>
            </a:endParaRPr>
          </a:p>
          <a:p>
            <a:pPr indent="-287019" lvl="0" marL="299085" marR="321945" rtl="0" algn="l">
              <a:lnSpc>
                <a:spcPct val="108687"/>
              </a:lnSpc>
              <a:spcBef>
                <a:spcPts val="610"/>
              </a:spcBef>
              <a:spcAft>
                <a:spcPts val="0"/>
              </a:spcAft>
              <a:buSzPts val="1600"/>
              <a:buFont typeface="Arial"/>
              <a:buChar char="•"/>
            </a:pPr>
            <a:r>
              <a:rPr b="1" lang="en-US" sz="1600">
                <a:latin typeface="Verdana"/>
                <a:ea typeface="Verdana"/>
                <a:cs typeface="Verdana"/>
                <a:sym typeface="Verdana"/>
              </a:rPr>
              <a:t>Testing</a:t>
            </a:r>
            <a:r>
              <a:rPr lang="en-US" sz="1600">
                <a:latin typeface="Arial"/>
                <a:ea typeface="Arial"/>
                <a:cs typeface="Arial"/>
                <a:sym typeface="Arial"/>
              </a:rPr>
              <a:t>: Performed initial system tests and identified issues related to sensor calibration and data accuracy.</a:t>
            </a:r>
            <a:endParaRPr sz="1600">
              <a:latin typeface="Arial"/>
              <a:ea typeface="Arial"/>
              <a:cs typeface="Arial"/>
              <a:sym typeface="Arial"/>
            </a:endParaRPr>
          </a:p>
        </p:txBody>
      </p:sp>
      <p:sp>
        <p:nvSpPr>
          <p:cNvPr id="154" name="Google Shape;154;p7"/>
          <p:cNvSpPr txBox="1"/>
          <p:nvPr/>
        </p:nvSpPr>
        <p:spPr>
          <a:xfrm>
            <a:off x="4171569" y="5334000"/>
            <a:ext cx="7491000" cy="1449900"/>
          </a:xfrm>
          <a:prstGeom prst="rect">
            <a:avLst/>
          </a:prstGeom>
          <a:noFill/>
          <a:ln>
            <a:noFill/>
          </a:ln>
        </p:spPr>
        <p:txBody>
          <a:bodyPr anchorCtr="0" anchor="t" bIns="0" lIns="0" spcFirstLastPara="1" rIns="0" wrap="square" tIns="64125">
            <a:spAutoFit/>
          </a:bodyPr>
          <a:lstStyle/>
          <a:p>
            <a:pPr indent="0" lvl="0" marL="12700" marR="0" rtl="0" algn="l">
              <a:lnSpc>
                <a:spcPct val="100000"/>
              </a:lnSpc>
              <a:spcBef>
                <a:spcPts val="0"/>
              </a:spcBef>
              <a:spcAft>
                <a:spcPts val="0"/>
              </a:spcAft>
              <a:buNone/>
            </a:pPr>
            <a:r>
              <a:rPr b="1" lang="en-US" sz="1600">
                <a:latin typeface="Verdana"/>
                <a:ea typeface="Verdana"/>
                <a:cs typeface="Verdana"/>
                <a:sym typeface="Verdana"/>
              </a:rPr>
              <a:t>23BEC0208 – SENAPATHY C</a:t>
            </a:r>
            <a:endParaRPr sz="1600">
              <a:latin typeface="Verdana"/>
              <a:ea typeface="Verdana"/>
              <a:cs typeface="Verdana"/>
              <a:sym typeface="Verdana"/>
            </a:endParaRPr>
          </a:p>
          <a:p>
            <a:pPr indent="-287019" lvl="4" marL="299085" marR="5080" rtl="0" algn="l">
              <a:spcBef>
                <a:spcPts val="620"/>
              </a:spcBef>
              <a:spcAft>
                <a:spcPts val="0"/>
              </a:spcAft>
              <a:buSzPts val="1600"/>
              <a:buFont typeface="Arial"/>
              <a:buChar char="•"/>
            </a:pPr>
            <a:r>
              <a:rPr b="1" i="0" lang="en-US" sz="1600" u="none" cap="none" strike="noStrike">
                <a:latin typeface="Verdana"/>
                <a:ea typeface="Verdana"/>
                <a:cs typeface="Verdana"/>
                <a:sym typeface="Verdana"/>
              </a:rPr>
              <a:t>Debugging and Bug Fixing: </a:t>
            </a:r>
            <a:r>
              <a:rPr b="0" i="0" lang="en-US" sz="1600" u="none" cap="none" strike="noStrike">
                <a:latin typeface="Verdana"/>
                <a:ea typeface="Verdana"/>
                <a:cs typeface="Verdana"/>
                <a:sym typeface="Verdana"/>
              </a:rPr>
              <a:t>Worked on resolving bugs related to the hardware and software integration during Phase 3.</a:t>
            </a:r>
            <a:endParaRPr/>
          </a:p>
          <a:p>
            <a:pPr indent="-287019" lvl="4" marL="299085" marR="5080" rtl="0" algn="l">
              <a:spcBef>
                <a:spcPts val="620"/>
              </a:spcBef>
              <a:spcAft>
                <a:spcPts val="0"/>
              </a:spcAft>
              <a:buSzPts val="1600"/>
              <a:buFont typeface="Arial"/>
              <a:buChar char="•"/>
            </a:pPr>
            <a:r>
              <a:rPr b="1" i="0" lang="en-US" sz="1600" u="none" cap="none" strike="noStrike">
                <a:latin typeface="Verdana"/>
                <a:ea typeface="Verdana"/>
                <a:cs typeface="Verdana"/>
                <a:sym typeface="Verdana"/>
              </a:rPr>
              <a:t>Final Presentation: </a:t>
            </a:r>
            <a:r>
              <a:rPr b="0" i="0" lang="en-US" sz="1600" u="none" cap="none" strike="noStrike">
                <a:latin typeface="Verdana"/>
                <a:ea typeface="Verdana"/>
                <a:cs typeface="Verdana"/>
                <a:sym typeface="Verdana"/>
              </a:rPr>
              <a:t>Assisted in preparing the final project report and presentation, ensuring clarity and coherence.</a:t>
            </a:r>
            <a:r>
              <a:rPr b="0" i="0" lang="en-US" sz="1600" u="none" cap="none" strike="noStrike">
                <a:latin typeface="Arial"/>
                <a:ea typeface="Arial"/>
                <a:cs typeface="Arial"/>
                <a:sym typeface="Arial"/>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8"/>
          <p:cNvSpPr txBox="1"/>
          <p:nvPr>
            <p:ph type="title"/>
          </p:nvPr>
        </p:nvSpPr>
        <p:spPr>
          <a:xfrm>
            <a:off x="812393" y="203149"/>
            <a:ext cx="9098400" cy="1584000"/>
          </a:xfrm>
          <a:prstGeom prst="rect">
            <a:avLst/>
          </a:prstGeom>
          <a:noFill/>
          <a:ln>
            <a:noFill/>
          </a:ln>
        </p:spPr>
        <p:txBody>
          <a:bodyPr anchorCtr="0" anchor="t" bIns="0" lIns="0" spcFirstLastPara="1" rIns="0" wrap="square" tIns="232400">
            <a:spAutoFit/>
          </a:bodyPr>
          <a:lstStyle/>
          <a:p>
            <a:pPr indent="0" lvl="0" marL="2705735" rtl="0" algn="l">
              <a:lnSpc>
                <a:spcPct val="100000"/>
              </a:lnSpc>
              <a:spcBef>
                <a:spcPts val="0"/>
              </a:spcBef>
              <a:spcAft>
                <a:spcPts val="0"/>
              </a:spcAft>
              <a:buNone/>
            </a:pPr>
            <a:r>
              <a:rPr lang="en-US" sz="6600"/>
              <a:t>COST ANALYSIS</a:t>
            </a:r>
            <a:endParaRPr sz="6600"/>
          </a:p>
        </p:txBody>
      </p:sp>
      <p:graphicFrame>
        <p:nvGraphicFramePr>
          <p:cNvPr id="157" name="Google Shape;157;p8"/>
          <p:cNvGraphicFramePr/>
          <p:nvPr/>
        </p:nvGraphicFramePr>
        <p:xfrm>
          <a:off x="1510030" y="2138426"/>
          <a:ext cx="3000000" cy="3000000"/>
        </p:xfrm>
        <a:graphic>
          <a:graphicData uri="http://schemas.openxmlformats.org/drawingml/2006/table">
            <a:tbl>
              <a:tblPr bandRow="1" firstRow="1">
                <a:noFill/>
                <a:tableStyleId>{965BECF9-B3B3-4984-AF5F-81A24F20CE11}</a:tableStyleId>
              </a:tblPr>
              <a:tblGrid>
                <a:gridCol w="2055500"/>
                <a:gridCol w="5548625"/>
                <a:gridCol w="1564000"/>
              </a:tblGrid>
              <a:tr h="344800">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Component</a:t>
                      </a:r>
                      <a:endParaRPr sz="1600" u="none" cap="none" strike="noStrike">
                        <a:latin typeface="Arial"/>
                        <a:ea typeface="Arial"/>
                        <a:cs typeface="Arial"/>
                        <a:sym typeface="Arial"/>
                      </a:endParaRPr>
                    </a:p>
                  </a:txBody>
                  <a:tcPr marT="38100" marB="0" marR="0" marL="0">
                    <a:lnT cap="flat" cmpd="sng" w="12700">
                      <a:solidFill>
                        <a:srgbClr val="C0504D"/>
                      </a:solidFill>
                      <a:prstDash val="solid"/>
                      <a:round/>
                      <a:headEnd len="sm" w="sm" type="none"/>
                      <a:tailEnd len="sm" w="sm" type="none"/>
                    </a:lnT>
                    <a:lnB cap="flat" cmpd="sng" w="12700">
                      <a:solidFill>
                        <a:srgbClr val="C0504D"/>
                      </a:solidFill>
                      <a:prstDash val="solid"/>
                      <a:round/>
                      <a:headEnd len="sm" w="sm" type="none"/>
                      <a:tailEnd len="sm" w="sm" type="none"/>
                    </a:lnB>
                  </a:tcPr>
                </a:tc>
                <a:tc>
                  <a:txBody>
                    <a:bodyPr/>
                    <a:lstStyle/>
                    <a:p>
                      <a:pPr indent="0" lvl="0" marL="14160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Description</a:t>
                      </a:r>
                      <a:endParaRPr sz="1600" u="none" cap="none" strike="noStrike">
                        <a:latin typeface="Arial"/>
                        <a:ea typeface="Arial"/>
                        <a:cs typeface="Arial"/>
                        <a:sym typeface="Arial"/>
                      </a:endParaRPr>
                    </a:p>
                  </a:txBody>
                  <a:tcPr marT="38100" marB="0" marR="0" marL="0">
                    <a:lnT cap="flat" cmpd="sng" w="12700">
                      <a:solidFill>
                        <a:srgbClr val="C0504D"/>
                      </a:solidFill>
                      <a:prstDash val="solid"/>
                      <a:round/>
                      <a:headEnd len="sm" w="sm" type="none"/>
                      <a:tailEnd len="sm" w="sm" type="none"/>
                    </a:lnT>
                    <a:lnB cap="flat" cmpd="sng" w="12700">
                      <a:solidFill>
                        <a:srgbClr val="C0504D"/>
                      </a:solidFill>
                      <a:prstDash val="solid"/>
                      <a:round/>
                      <a:headEnd len="sm" w="sm" type="none"/>
                      <a:tailEnd len="sm" w="sm" type="none"/>
                    </a:lnB>
                  </a:tcPr>
                </a:tc>
                <a:tc>
                  <a:txBody>
                    <a:bodyPr/>
                    <a:lstStyle/>
                    <a:p>
                      <a:pPr indent="0" lvl="0" marL="0" marR="83820" rtl="0" algn="ctr">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Cost (INR)</a:t>
                      </a:r>
                      <a:endParaRPr sz="1600" u="none" cap="none" strike="noStrike">
                        <a:latin typeface="Arial"/>
                        <a:ea typeface="Arial"/>
                        <a:cs typeface="Arial"/>
                        <a:sym typeface="Arial"/>
                      </a:endParaRPr>
                    </a:p>
                  </a:txBody>
                  <a:tcPr marT="38100" marB="0" marR="0" marL="0">
                    <a:lnT cap="flat" cmpd="sng" w="12700">
                      <a:solidFill>
                        <a:srgbClr val="C0504D"/>
                      </a:solidFill>
                      <a:prstDash val="solid"/>
                      <a:round/>
                      <a:headEnd len="sm" w="sm" type="none"/>
                      <a:tailEnd len="sm" w="sm" type="none"/>
                    </a:lnT>
                    <a:lnB cap="flat" cmpd="sng" w="12700">
                      <a:solidFill>
                        <a:srgbClr val="C0504D"/>
                      </a:solidFill>
                      <a:prstDash val="solid"/>
                      <a:round/>
                      <a:headEnd len="sm" w="sm" type="none"/>
                      <a:tailEnd len="sm" w="sm" type="none"/>
                    </a:lnB>
                  </a:tcPr>
                </a:tc>
              </a:tr>
              <a:tr h="584825">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ESP32</a:t>
                      </a:r>
                      <a:endParaRPr sz="1600" u="none" cap="none" strike="noStrike">
                        <a:latin typeface="Arial"/>
                        <a:ea typeface="Arial"/>
                        <a:cs typeface="Arial"/>
                        <a:sym typeface="Arial"/>
                      </a:endParaRPr>
                    </a:p>
                  </a:txBody>
                  <a:tcPr marT="158750" marB="0" marR="0" marL="0">
                    <a:lnT cap="flat" cmpd="sng" w="12700">
                      <a:solidFill>
                        <a:srgbClr val="C0504D"/>
                      </a:solidFill>
                      <a:prstDash val="solid"/>
                      <a:round/>
                      <a:headEnd len="sm" w="sm" type="none"/>
                      <a:tailEnd len="sm" w="sm" type="none"/>
                    </a:lnT>
                    <a:solidFill>
                      <a:srgbClr val="C0504D">
                        <a:alpha val="19610"/>
                      </a:srgbClr>
                    </a:solidFill>
                  </a:tcPr>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Microcontroller for processing and Wi-Fi connectivity.</a:t>
                      </a:r>
                      <a:endParaRPr sz="1600" u="none" cap="none" strike="noStrike">
                        <a:latin typeface="Arial"/>
                        <a:ea typeface="Arial"/>
                        <a:cs typeface="Arial"/>
                        <a:sym typeface="Arial"/>
                      </a:endParaRPr>
                    </a:p>
                  </a:txBody>
                  <a:tcPr marT="158750" marB="0" marR="0" marL="0">
                    <a:lnT cap="flat" cmpd="sng" w="12700">
                      <a:solidFill>
                        <a:srgbClr val="C0504D"/>
                      </a:solidFill>
                      <a:prstDash val="solid"/>
                      <a:round/>
                      <a:headEnd len="sm" w="sm" type="none"/>
                      <a:tailEnd len="sm" w="sm" type="none"/>
                    </a:lnT>
                    <a:solidFill>
                      <a:srgbClr val="C0504D">
                        <a:alpha val="19610"/>
                      </a:srgbClr>
                    </a:solidFill>
                  </a:tcPr>
                </a:tc>
                <a:tc>
                  <a:txBody>
                    <a:bodyPr/>
                    <a:lstStyle/>
                    <a:p>
                      <a:pPr indent="0" lvl="0" marL="0" marR="83185" rtl="0" algn="ctr">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300</a:t>
                      </a:r>
                      <a:endParaRPr sz="1600" u="none" cap="none" strike="noStrike">
                        <a:latin typeface="Arial"/>
                        <a:ea typeface="Arial"/>
                        <a:cs typeface="Arial"/>
                        <a:sym typeface="Arial"/>
                      </a:endParaRPr>
                    </a:p>
                  </a:txBody>
                  <a:tcPr marT="158750" marB="0" marR="0" marL="0">
                    <a:lnT cap="flat" cmpd="sng" w="12700">
                      <a:solidFill>
                        <a:srgbClr val="C0504D"/>
                      </a:solidFill>
                      <a:prstDash val="solid"/>
                      <a:round/>
                      <a:headEnd len="sm" w="sm" type="none"/>
                      <a:tailEnd len="sm" w="sm" type="none"/>
                    </a:lnT>
                    <a:solidFill>
                      <a:srgbClr val="C0504D">
                        <a:alpha val="19610"/>
                      </a:srgbClr>
                    </a:solidFill>
                  </a:tcPr>
                </a:tc>
              </a:tr>
              <a:tr h="584825">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BMP280 Sensor</a:t>
                      </a:r>
                      <a:endParaRPr sz="1600" u="none" cap="none" strike="noStrike">
                        <a:latin typeface="Arial"/>
                        <a:ea typeface="Arial"/>
                        <a:cs typeface="Arial"/>
                        <a:sym typeface="Arial"/>
                      </a:endParaRPr>
                    </a:p>
                  </a:txBody>
                  <a:tcPr marT="158125" marB="0" marR="0" marL="0"/>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Sensor for measuring temperature and atmospheric pressure.</a:t>
                      </a:r>
                      <a:endParaRPr sz="1600" u="none" cap="none" strike="noStrike">
                        <a:latin typeface="Arial"/>
                        <a:ea typeface="Arial"/>
                        <a:cs typeface="Arial"/>
                        <a:sym typeface="Arial"/>
                      </a:endParaRPr>
                    </a:p>
                  </a:txBody>
                  <a:tcPr marT="158125" marB="0" marR="0" marL="0"/>
                </a:tc>
                <a:tc>
                  <a:txBody>
                    <a:bodyPr/>
                    <a:lstStyle/>
                    <a:p>
                      <a:pPr indent="0" lvl="0" marL="0" marR="83185" rtl="0" algn="ctr">
                        <a:lnSpc>
                          <a:spcPct val="100000"/>
                        </a:lnSpc>
                        <a:spcBef>
                          <a:spcPts val="0"/>
                        </a:spcBef>
                        <a:spcAft>
                          <a:spcPts val="0"/>
                        </a:spcAft>
                        <a:buNone/>
                        <a:defRPr sz="1400" u="none" cap="none" strike="noStrike"/>
                      </a:pPr>
                      <a:r>
                        <a:rPr lang="en-US" sz="1600">
                          <a:latin typeface="Arial"/>
                          <a:ea typeface="Arial"/>
                          <a:cs typeface="Arial"/>
                          <a:sym typeface="Arial"/>
                        </a:rPr>
                        <a:t>5</a:t>
                      </a: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158125" marB="0" marR="0" marL="0"/>
                </a:tc>
              </a:tr>
              <a:tr h="584825">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MQ2 Sensor</a:t>
                      </a:r>
                      <a:endParaRPr sz="1600" u="none" cap="none" strike="noStrike">
                        <a:latin typeface="Arial"/>
                        <a:ea typeface="Arial"/>
                        <a:cs typeface="Arial"/>
                        <a:sym typeface="Arial"/>
                      </a:endParaRPr>
                    </a:p>
                  </a:txBody>
                  <a:tcPr marT="158750" marB="0" marR="0" marL="0">
                    <a:solidFill>
                      <a:srgbClr val="C0504D">
                        <a:alpha val="19610"/>
                      </a:srgbClr>
                    </a:solidFill>
                  </a:tcPr>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Sensor for detecting LPG, gas concentration, and smoke.</a:t>
                      </a:r>
                      <a:endParaRPr sz="1600" u="none" cap="none" strike="noStrike">
                        <a:latin typeface="Arial"/>
                        <a:ea typeface="Arial"/>
                        <a:cs typeface="Arial"/>
                        <a:sym typeface="Arial"/>
                      </a:endParaRPr>
                    </a:p>
                  </a:txBody>
                  <a:tcPr marT="158750" marB="0" marR="0" marL="0">
                    <a:solidFill>
                      <a:srgbClr val="C0504D">
                        <a:alpha val="19610"/>
                      </a:srgbClr>
                    </a:solidFill>
                  </a:tcPr>
                </a:tc>
                <a:tc>
                  <a:txBody>
                    <a:bodyPr/>
                    <a:lstStyle/>
                    <a:p>
                      <a:pPr indent="0" lvl="0" marL="0" marR="83185" rtl="0" algn="ctr">
                        <a:lnSpc>
                          <a:spcPct val="100000"/>
                        </a:lnSpc>
                        <a:spcBef>
                          <a:spcPts val="0"/>
                        </a:spcBef>
                        <a:spcAft>
                          <a:spcPts val="0"/>
                        </a:spcAft>
                        <a:buNone/>
                        <a:defRPr sz="1400" u="none" cap="none" strike="noStrike"/>
                      </a:pPr>
                      <a:r>
                        <a:rPr lang="en-US" sz="1600">
                          <a:latin typeface="Arial"/>
                          <a:ea typeface="Arial"/>
                          <a:cs typeface="Arial"/>
                          <a:sym typeface="Arial"/>
                        </a:rPr>
                        <a:t>10</a:t>
                      </a: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158750" marB="0" marR="0" marL="0">
                    <a:solidFill>
                      <a:srgbClr val="C0504D">
                        <a:alpha val="19610"/>
                      </a:srgbClr>
                    </a:solidFill>
                  </a:tcPr>
                </a:tc>
              </a:tr>
              <a:tr h="344800">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SD Card Module</a:t>
                      </a:r>
                      <a:endParaRPr sz="1600" u="none" cap="none" strike="noStrike">
                        <a:latin typeface="Arial"/>
                        <a:ea typeface="Arial"/>
                        <a:cs typeface="Arial"/>
                        <a:sym typeface="Arial"/>
                      </a:endParaRPr>
                    </a:p>
                  </a:txBody>
                  <a:tcPr marT="38725" marB="0" marR="0" marL="0"/>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For storing data logs every 5 seconds.</a:t>
                      </a:r>
                      <a:endParaRPr sz="1600" u="none" cap="none" strike="noStrike">
                        <a:latin typeface="Arial"/>
                        <a:ea typeface="Arial"/>
                        <a:cs typeface="Arial"/>
                        <a:sym typeface="Arial"/>
                      </a:endParaRPr>
                    </a:p>
                  </a:txBody>
                  <a:tcPr marT="38725" marB="0" marR="0" marL="0"/>
                </a:tc>
                <a:tc>
                  <a:txBody>
                    <a:bodyPr/>
                    <a:lstStyle/>
                    <a:p>
                      <a:pPr indent="0" lvl="0" marL="0" marR="83185" rtl="0" algn="ctr">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100</a:t>
                      </a:r>
                      <a:endParaRPr sz="1600" u="none" cap="none" strike="noStrike">
                        <a:latin typeface="Arial"/>
                        <a:ea typeface="Arial"/>
                        <a:cs typeface="Arial"/>
                        <a:sym typeface="Arial"/>
                      </a:endParaRPr>
                    </a:p>
                  </a:txBody>
                  <a:tcPr marT="38725" marB="0" marR="0" marL="0"/>
                </a:tc>
              </a:tr>
              <a:tr h="344800">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Power Bank</a:t>
                      </a:r>
                      <a:endParaRPr sz="1600" u="none" cap="none" strike="noStrike">
                        <a:latin typeface="Arial"/>
                        <a:ea typeface="Arial"/>
                        <a:cs typeface="Arial"/>
                        <a:sym typeface="Arial"/>
                      </a:endParaRPr>
                    </a:p>
                  </a:txBody>
                  <a:tcPr marT="38725" marB="0" marR="0" marL="0">
                    <a:solidFill>
                      <a:srgbClr val="C0504D">
                        <a:alpha val="19610"/>
                      </a:srgbClr>
                    </a:solidFill>
                  </a:tcPr>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Temporary power supply for testing.</a:t>
                      </a:r>
                      <a:endParaRPr sz="1600" u="none" cap="none" strike="noStrike">
                        <a:latin typeface="Arial"/>
                        <a:ea typeface="Arial"/>
                        <a:cs typeface="Arial"/>
                        <a:sym typeface="Arial"/>
                      </a:endParaRPr>
                    </a:p>
                  </a:txBody>
                  <a:tcPr marT="38725" marB="0" marR="0" marL="0">
                    <a:solidFill>
                      <a:srgbClr val="C0504D">
                        <a:alpha val="19610"/>
                      </a:srgbClr>
                    </a:solidFill>
                  </a:tcPr>
                </a:tc>
                <a:tc>
                  <a:txBody>
                    <a:bodyPr/>
                    <a:lstStyle/>
                    <a:p>
                      <a:pPr indent="0" lvl="0" marL="0" marR="83185" rtl="0" algn="ctr">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500</a:t>
                      </a:r>
                      <a:endParaRPr sz="1600" u="none" cap="none" strike="noStrike">
                        <a:latin typeface="Arial"/>
                        <a:ea typeface="Arial"/>
                        <a:cs typeface="Arial"/>
                        <a:sym typeface="Arial"/>
                      </a:endParaRPr>
                    </a:p>
                  </a:txBody>
                  <a:tcPr marT="38725" marB="0" marR="0" marL="0">
                    <a:solidFill>
                      <a:srgbClr val="C0504D">
                        <a:alpha val="19610"/>
                      </a:srgbClr>
                    </a:solidFill>
                  </a:tcPr>
                </a:tc>
              </a:tr>
              <a:tr h="344800">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Wires and Connectors</a:t>
                      </a:r>
                      <a:endParaRPr sz="1600" u="none" cap="none" strike="noStrike">
                        <a:latin typeface="Arial"/>
                        <a:ea typeface="Arial"/>
                        <a:cs typeface="Arial"/>
                        <a:sym typeface="Arial"/>
                      </a:endParaRPr>
                    </a:p>
                  </a:txBody>
                  <a:tcPr marT="38725" marB="0" marR="0" marL="0"/>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For connecting components and assembly.</a:t>
                      </a:r>
                      <a:endParaRPr sz="1600" u="none" cap="none" strike="noStrike">
                        <a:latin typeface="Arial"/>
                        <a:ea typeface="Arial"/>
                        <a:cs typeface="Arial"/>
                        <a:sym typeface="Arial"/>
                      </a:endParaRPr>
                    </a:p>
                  </a:txBody>
                  <a:tcPr marT="38725" marB="0" marR="0" marL="0"/>
                </a:tc>
                <a:tc>
                  <a:txBody>
                    <a:bodyPr/>
                    <a:lstStyle/>
                    <a:p>
                      <a:pPr indent="0" lvl="0" marL="0" marR="84455" rtl="0" algn="ctr">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50</a:t>
                      </a:r>
                      <a:endParaRPr sz="1600" u="none" cap="none" strike="noStrike">
                        <a:latin typeface="Arial"/>
                        <a:ea typeface="Arial"/>
                        <a:cs typeface="Arial"/>
                        <a:sym typeface="Arial"/>
                      </a:endParaRPr>
                    </a:p>
                  </a:txBody>
                  <a:tcPr marT="38725" marB="0" marR="0" marL="0"/>
                </a:tc>
              </a:tr>
              <a:tr h="344800">
                <a:tc>
                  <a:txBody>
                    <a:bodyPr/>
                    <a:lstStyle/>
                    <a:p>
                      <a:pPr indent="0" lvl="0" marL="67945" marR="0" rtl="0" algn="l">
                        <a:lnSpc>
                          <a:spcPct val="100000"/>
                        </a:lnSpc>
                        <a:spcBef>
                          <a:spcPts val="0"/>
                        </a:spcBef>
                        <a:spcAft>
                          <a:spcPts val="0"/>
                        </a:spcAft>
                        <a:buNone/>
                        <a:defRPr sz="1400" u="none" cap="none" strike="noStrike"/>
                      </a:pPr>
                      <a:r>
                        <a:rPr b="1" lang="en-US" sz="1600" u="none" cap="none" strike="noStrike">
                          <a:latin typeface="Arial"/>
                          <a:ea typeface="Arial"/>
                          <a:cs typeface="Arial"/>
                          <a:sym typeface="Arial"/>
                        </a:rPr>
                        <a:t>Miscellaneous</a:t>
                      </a:r>
                      <a:endParaRPr sz="1600" u="none" cap="none" strike="noStrike">
                        <a:latin typeface="Arial"/>
                        <a:ea typeface="Arial"/>
                        <a:cs typeface="Arial"/>
                        <a:sym typeface="Arial"/>
                      </a:endParaRPr>
                    </a:p>
                  </a:txBody>
                  <a:tcPr marT="38725" marB="0" marR="0" marL="0">
                    <a:lnB cap="flat" cmpd="sng" w="12700">
                      <a:solidFill>
                        <a:srgbClr val="C0504D"/>
                      </a:solidFill>
                      <a:prstDash val="solid"/>
                      <a:round/>
                      <a:headEnd len="sm" w="sm" type="none"/>
                      <a:tailEnd len="sm" w="sm" type="none"/>
                    </a:lnB>
                    <a:solidFill>
                      <a:srgbClr val="C0504D">
                        <a:alpha val="19610"/>
                      </a:srgbClr>
                    </a:solidFill>
                  </a:tcPr>
                </a:tc>
                <a:tc>
                  <a:txBody>
                    <a:bodyPr/>
                    <a:lstStyle/>
                    <a:p>
                      <a:pPr indent="0" lvl="0" marL="141605" marR="0" rtl="0" algn="l">
                        <a:lnSpc>
                          <a:spcPct val="100000"/>
                        </a:lnSpc>
                        <a:spcBef>
                          <a:spcPts val="0"/>
                        </a:spcBef>
                        <a:spcAft>
                          <a:spcPts val="0"/>
                        </a:spcAft>
                        <a:buNone/>
                        <a:defRPr sz="1400" u="none" cap="none" strike="noStrike"/>
                      </a:pPr>
                      <a:r>
                        <a:rPr lang="en-US" sz="1600" u="none" cap="none" strike="noStrike">
                          <a:latin typeface="Arial"/>
                          <a:ea typeface="Arial"/>
                          <a:cs typeface="Arial"/>
                          <a:sym typeface="Arial"/>
                        </a:rPr>
                        <a:t>Small additional items (PCB, casing, etc.).</a:t>
                      </a:r>
                      <a:endParaRPr sz="1600" u="none" cap="none" strike="noStrike">
                        <a:latin typeface="Arial"/>
                        <a:ea typeface="Arial"/>
                        <a:cs typeface="Arial"/>
                        <a:sym typeface="Arial"/>
                      </a:endParaRPr>
                    </a:p>
                  </a:txBody>
                  <a:tcPr marT="38725" marB="0" marR="0" marL="0">
                    <a:lnB cap="flat" cmpd="sng" w="12700">
                      <a:solidFill>
                        <a:srgbClr val="C0504D"/>
                      </a:solidFill>
                      <a:prstDash val="solid"/>
                      <a:round/>
                      <a:headEnd len="sm" w="sm" type="none"/>
                      <a:tailEnd len="sm" w="sm" type="none"/>
                    </a:lnB>
                    <a:solidFill>
                      <a:srgbClr val="C0504D">
                        <a:alpha val="19610"/>
                      </a:srgbClr>
                    </a:solidFill>
                  </a:tcPr>
                </a:tc>
                <a:tc>
                  <a:txBody>
                    <a:bodyPr/>
                    <a:lstStyle/>
                    <a:p>
                      <a:pPr indent="0" lvl="0" marL="0" marR="83185" rtl="0" algn="ctr">
                        <a:lnSpc>
                          <a:spcPct val="100000"/>
                        </a:lnSpc>
                        <a:spcBef>
                          <a:spcPts val="0"/>
                        </a:spcBef>
                        <a:spcAft>
                          <a:spcPts val="0"/>
                        </a:spcAft>
                        <a:buNone/>
                        <a:defRPr sz="1400" u="none" cap="none" strike="noStrike"/>
                      </a:pPr>
                      <a:r>
                        <a:rPr lang="en-US" sz="1600">
                          <a:latin typeface="Arial"/>
                          <a:ea typeface="Arial"/>
                          <a:cs typeface="Arial"/>
                          <a:sym typeface="Arial"/>
                        </a:rPr>
                        <a:t>1</a:t>
                      </a:r>
                      <a:r>
                        <a:rPr lang="en-US" sz="1600" u="none" cap="none" strike="noStrike">
                          <a:latin typeface="Arial"/>
                          <a:ea typeface="Arial"/>
                          <a:cs typeface="Arial"/>
                          <a:sym typeface="Arial"/>
                        </a:rPr>
                        <a:t>00</a:t>
                      </a:r>
                      <a:endParaRPr sz="1600" u="none" cap="none" strike="noStrike">
                        <a:latin typeface="Arial"/>
                        <a:ea typeface="Arial"/>
                        <a:cs typeface="Arial"/>
                        <a:sym typeface="Arial"/>
                      </a:endParaRPr>
                    </a:p>
                  </a:txBody>
                  <a:tcPr marT="38725" marB="0" marR="0" marL="0">
                    <a:lnB cap="flat" cmpd="sng" w="12700">
                      <a:solidFill>
                        <a:srgbClr val="C0504D"/>
                      </a:solidFill>
                      <a:prstDash val="solid"/>
                      <a:round/>
                      <a:headEnd len="sm" w="sm" type="none"/>
                      <a:tailEnd len="sm" w="sm" type="none"/>
                    </a:lnB>
                    <a:solidFill>
                      <a:srgbClr val="C0504D">
                        <a:alpha val="19610"/>
                      </a:srgbClr>
                    </a:solidFill>
                  </a:tcPr>
                </a:tc>
              </a:tr>
              <a:tr h="780425">
                <a:tc>
                  <a:txBody>
                    <a:bodyPr/>
                    <a:lstStyle/>
                    <a:p>
                      <a:pPr indent="0" lvl="0" marL="0" marR="0" rtl="0" algn="l">
                        <a:lnSpc>
                          <a:spcPct val="100000"/>
                        </a:lnSpc>
                        <a:spcBef>
                          <a:spcPts val="0"/>
                        </a:spcBef>
                        <a:spcAft>
                          <a:spcPts val="0"/>
                        </a:spcAft>
                        <a:buNone/>
                        <a:defRPr sz="1400" u="none" cap="none" strike="noStrike"/>
                      </a:pPr>
                      <a:r>
                        <a:t/>
                      </a:r>
                      <a:endParaRPr sz="1700" u="none" cap="none" strike="noStrike">
                        <a:latin typeface="Times New Roman"/>
                        <a:ea typeface="Times New Roman"/>
                        <a:cs typeface="Times New Roman"/>
                        <a:sym typeface="Times New Roman"/>
                      </a:endParaRPr>
                    </a:p>
                  </a:txBody>
                  <a:tcPr marT="0" marB="0" marR="0" marL="0">
                    <a:lnT cap="flat" cmpd="sng" w="12700">
                      <a:solidFill>
                        <a:srgbClr val="C0504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defRPr sz="1400" u="none" cap="none" strike="noStrike"/>
                      </a:pPr>
                      <a:r>
                        <a:t/>
                      </a:r>
                      <a:endParaRPr sz="2400" u="none" cap="none" strike="noStrike">
                        <a:latin typeface="Times New Roman"/>
                        <a:ea typeface="Times New Roman"/>
                        <a:cs typeface="Times New Roman"/>
                        <a:sym typeface="Times New Roman"/>
                      </a:endParaRPr>
                    </a:p>
                    <a:p>
                      <a:pPr indent="0" lvl="0" marL="153670" marR="0" rtl="0" algn="l">
                        <a:lnSpc>
                          <a:spcPct val="100000"/>
                        </a:lnSpc>
                        <a:spcBef>
                          <a:spcPts val="0"/>
                        </a:spcBef>
                        <a:spcAft>
                          <a:spcPts val="0"/>
                        </a:spcAft>
                        <a:buNone/>
                        <a:defRPr sz="1400" u="none" cap="none" strike="noStrike"/>
                      </a:pPr>
                      <a:r>
                        <a:rPr b="1" lang="en-US" sz="2400" u="none" cap="none" strike="noStrike">
                          <a:latin typeface="Arial"/>
                          <a:ea typeface="Arial"/>
                          <a:cs typeface="Arial"/>
                          <a:sym typeface="Arial"/>
                        </a:rPr>
                        <a:t>Total Estimated Cost</a:t>
                      </a:r>
                      <a:r>
                        <a:rPr lang="en-US" sz="2400" u="none" cap="none" strike="noStrike">
                          <a:latin typeface="Rasa"/>
                          <a:ea typeface="Rasa"/>
                          <a:cs typeface="Rasa"/>
                          <a:sym typeface="Rasa"/>
                        </a:rPr>
                        <a:t>: ₹1,</a:t>
                      </a:r>
                      <a:r>
                        <a:rPr lang="en-US" sz="2400">
                          <a:latin typeface="Rasa"/>
                          <a:ea typeface="Rasa"/>
                          <a:cs typeface="Rasa"/>
                          <a:sym typeface="Rasa"/>
                        </a:rPr>
                        <a:t>2</a:t>
                      </a:r>
                      <a:r>
                        <a:rPr lang="en-US" sz="2400" u="none" cap="none" strike="noStrike">
                          <a:latin typeface="Rasa"/>
                          <a:ea typeface="Rasa"/>
                          <a:cs typeface="Rasa"/>
                          <a:sym typeface="Rasa"/>
                        </a:rPr>
                        <a:t>00 (approx.)</a:t>
                      </a:r>
                      <a:endParaRPr sz="2400" u="none" cap="none" strike="noStrike">
                        <a:latin typeface="Rasa"/>
                        <a:ea typeface="Rasa"/>
                        <a:cs typeface="Rasa"/>
                        <a:sym typeface="Rasa"/>
                      </a:endParaRPr>
                    </a:p>
                  </a:txBody>
                  <a:tcPr marT="48900" marB="0" marR="0" marL="0">
                    <a:lnT cap="flat" cmpd="sng" w="12700">
                      <a:solidFill>
                        <a:srgbClr val="C0504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defRPr sz="1400" u="none" cap="none" strike="noStrike"/>
                      </a:pPr>
                      <a:r>
                        <a:t/>
                      </a:r>
                      <a:endParaRPr sz="1700" u="none" cap="none" strike="noStrike">
                        <a:latin typeface="Times New Roman"/>
                        <a:ea typeface="Times New Roman"/>
                        <a:cs typeface="Times New Roman"/>
                        <a:sym typeface="Times New Roman"/>
                      </a:endParaRPr>
                    </a:p>
                  </a:txBody>
                  <a:tcPr marT="0" marB="0" marR="0" marL="0">
                    <a:lnT cap="flat" cmpd="sng" w="12700">
                      <a:solidFill>
                        <a:srgbClr val="C0504D"/>
                      </a:solidFill>
                      <a:prstDash val="solid"/>
                      <a:round/>
                      <a:headEnd len="sm" w="sm" type="none"/>
                      <a:tailEnd len="sm" w="sm" type="none"/>
                    </a:lnT>
                  </a:tcPr>
                </a:tc>
              </a:tr>
            </a:tbl>
          </a:graphicData>
        </a:graphic>
      </p:graphicFrame>
      <p:sp>
        <p:nvSpPr>
          <p:cNvPr id="158" name="Google Shape;158;p8"/>
          <p:cNvSpPr/>
          <p:nvPr/>
        </p:nvSpPr>
        <p:spPr>
          <a:xfrm>
            <a:off x="3807714" y="1733550"/>
            <a:ext cx="4572000" cy="18414"/>
          </a:xfrm>
          <a:custGeom>
            <a:rect b="b" l="l" r="r" t="t"/>
            <a:pathLst>
              <a:path extrusionOk="0" h="18414" w="4572000">
                <a:moveTo>
                  <a:pt x="0" y="18287"/>
                </a:moveTo>
                <a:lnTo>
                  <a:pt x="4571999" y="18287"/>
                </a:lnTo>
                <a:lnTo>
                  <a:pt x="4571999" y="0"/>
                </a:lnTo>
                <a:lnTo>
                  <a:pt x="0" y="0"/>
                </a:lnTo>
                <a:lnTo>
                  <a:pt x="0" y="18287"/>
                </a:lnTo>
                <a:close/>
              </a:path>
            </a:pathLst>
          </a:custGeom>
          <a:noFill/>
          <a:ln cap="flat" cmpd="sng" w="41275">
            <a:solidFill>
              <a:srgbClr val="C0504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96B6FE-421B-D5BF-3D49-313F069ECFF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87629B4-7BAA-555D-E8EC-9A09F2A6D4D2}"/>
              </a:ext>
            </a:extLst>
          </p:cNvPr>
          <p:cNvSpPr/>
          <p:nvPr/>
        </p:nvSpPr>
        <p:spPr>
          <a:xfrm>
            <a:off x="10209276" y="0"/>
            <a:ext cx="1134110" cy="478790"/>
          </a:xfrm>
          <a:custGeom>
            <a:avLst/>
            <a:gdLst/>
            <a:ahLst/>
            <a:cxnLst/>
            <a:rect l="l" t="t" r="r" b="b"/>
            <a:pathLst>
              <a:path w="1134109" h="478790">
                <a:moveTo>
                  <a:pt x="1133855" y="0"/>
                </a:moveTo>
                <a:lnTo>
                  <a:pt x="0" y="0"/>
                </a:lnTo>
                <a:lnTo>
                  <a:pt x="1650" y="16891"/>
                </a:lnTo>
                <a:lnTo>
                  <a:pt x="12982" y="62669"/>
                </a:lnTo>
                <a:lnTo>
                  <a:pt x="27864" y="106933"/>
                </a:lnTo>
                <a:lnTo>
                  <a:pt x="46135" y="149518"/>
                </a:lnTo>
                <a:lnTo>
                  <a:pt x="67632" y="190264"/>
                </a:lnTo>
                <a:lnTo>
                  <a:pt x="92192" y="229006"/>
                </a:lnTo>
                <a:lnTo>
                  <a:pt x="119655" y="265584"/>
                </a:lnTo>
                <a:lnTo>
                  <a:pt x="149858" y="299833"/>
                </a:lnTo>
                <a:lnTo>
                  <a:pt x="182639" y="331592"/>
                </a:lnTo>
                <a:lnTo>
                  <a:pt x="217835" y="360699"/>
                </a:lnTo>
                <a:lnTo>
                  <a:pt x="255286" y="386989"/>
                </a:lnTo>
                <a:lnTo>
                  <a:pt x="294827" y="410302"/>
                </a:lnTo>
                <a:lnTo>
                  <a:pt x="336299" y="430474"/>
                </a:lnTo>
                <a:lnTo>
                  <a:pt x="379538" y="447342"/>
                </a:lnTo>
                <a:lnTo>
                  <a:pt x="424382" y="460746"/>
                </a:lnTo>
                <a:lnTo>
                  <a:pt x="470670" y="470521"/>
                </a:lnTo>
                <a:lnTo>
                  <a:pt x="518239" y="476505"/>
                </a:lnTo>
                <a:lnTo>
                  <a:pt x="566927" y="478536"/>
                </a:lnTo>
                <a:lnTo>
                  <a:pt x="615616" y="476505"/>
                </a:lnTo>
                <a:lnTo>
                  <a:pt x="663185" y="470521"/>
                </a:lnTo>
                <a:lnTo>
                  <a:pt x="709473" y="460746"/>
                </a:lnTo>
                <a:lnTo>
                  <a:pt x="754317" y="447342"/>
                </a:lnTo>
                <a:lnTo>
                  <a:pt x="797556" y="430474"/>
                </a:lnTo>
                <a:lnTo>
                  <a:pt x="839028" y="410302"/>
                </a:lnTo>
                <a:lnTo>
                  <a:pt x="878569" y="386989"/>
                </a:lnTo>
                <a:lnTo>
                  <a:pt x="916020" y="360699"/>
                </a:lnTo>
                <a:lnTo>
                  <a:pt x="951216" y="331592"/>
                </a:lnTo>
                <a:lnTo>
                  <a:pt x="983997" y="299833"/>
                </a:lnTo>
                <a:lnTo>
                  <a:pt x="1014200" y="265584"/>
                </a:lnTo>
                <a:lnTo>
                  <a:pt x="1041663" y="229006"/>
                </a:lnTo>
                <a:lnTo>
                  <a:pt x="1066223" y="190264"/>
                </a:lnTo>
                <a:lnTo>
                  <a:pt x="1087720" y="149518"/>
                </a:lnTo>
                <a:lnTo>
                  <a:pt x="1105991" y="106933"/>
                </a:lnTo>
                <a:lnTo>
                  <a:pt x="1120873" y="62669"/>
                </a:lnTo>
                <a:lnTo>
                  <a:pt x="1132204" y="16891"/>
                </a:lnTo>
                <a:lnTo>
                  <a:pt x="1133855" y="0"/>
                </a:lnTo>
                <a:close/>
              </a:path>
            </a:pathLst>
          </a:custGeom>
          <a:solidFill>
            <a:srgbClr val="8063A1"/>
          </a:solidFill>
        </p:spPr>
        <p:txBody>
          <a:bodyPr wrap="square" lIns="0" tIns="0" rIns="0" bIns="0" rtlCol="0"/>
          <a:lstStyle/>
          <a:p>
            <a:endParaRPr/>
          </a:p>
        </p:txBody>
      </p:sp>
      <p:sp>
        <p:nvSpPr>
          <p:cNvPr id="3" name="object 3">
            <a:extLst>
              <a:ext uri="{FF2B5EF4-FFF2-40B4-BE49-F238E27FC236}">
                <a16:creationId xmlns:a16="http://schemas.microsoft.com/office/drawing/2014/main" id="{5F240A1B-F939-1DA2-D85D-55B2CF6B2DEA}"/>
              </a:ext>
            </a:extLst>
          </p:cNvPr>
          <p:cNvSpPr txBox="1">
            <a:spLocks noGrp="1"/>
          </p:cNvSpPr>
          <p:nvPr>
            <p:ph type="title"/>
          </p:nvPr>
        </p:nvSpPr>
        <p:spPr>
          <a:prstGeom prst="rect">
            <a:avLst/>
          </a:prstGeom>
        </p:spPr>
        <p:txBody>
          <a:bodyPr vert="horz" wrap="square" lIns="0" tIns="419861" rIns="0" bIns="0" rtlCol="0">
            <a:spAutoFit/>
          </a:bodyPr>
          <a:lstStyle/>
          <a:p>
            <a:pPr marL="116839">
              <a:lnSpc>
                <a:spcPct val="100000"/>
              </a:lnSpc>
              <a:spcBef>
                <a:spcPts val="105"/>
              </a:spcBef>
            </a:pPr>
            <a:r>
              <a:rPr spc="-60" dirty="0"/>
              <a:t>REFERENCES</a:t>
            </a:r>
          </a:p>
        </p:txBody>
      </p:sp>
      <p:sp>
        <p:nvSpPr>
          <p:cNvPr id="4" name="object 4">
            <a:extLst>
              <a:ext uri="{FF2B5EF4-FFF2-40B4-BE49-F238E27FC236}">
                <a16:creationId xmlns:a16="http://schemas.microsoft.com/office/drawing/2014/main" id="{C491DE9B-0E18-9307-F0A7-40F2185B0E29}"/>
              </a:ext>
            </a:extLst>
          </p:cNvPr>
          <p:cNvSpPr/>
          <p:nvPr/>
        </p:nvSpPr>
        <p:spPr>
          <a:xfrm>
            <a:off x="557022" y="4226052"/>
            <a:ext cx="2041525" cy="2041525"/>
          </a:xfrm>
          <a:custGeom>
            <a:avLst/>
            <a:gdLst/>
            <a:ahLst/>
            <a:cxnLst/>
            <a:rect l="l" t="t" r="r" b="b"/>
            <a:pathLst>
              <a:path w="2041525" h="2041525">
                <a:moveTo>
                  <a:pt x="0" y="0"/>
                </a:moveTo>
                <a:lnTo>
                  <a:pt x="557" y="48183"/>
                </a:lnTo>
                <a:lnTo>
                  <a:pt x="2222" y="96093"/>
                </a:lnTo>
                <a:lnTo>
                  <a:pt x="4981" y="143717"/>
                </a:lnTo>
                <a:lnTo>
                  <a:pt x="8822" y="191044"/>
                </a:lnTo>
                <a:lnTo>
                  <a:pt x="13734" y="238060"/>
                </a:lnTo>
                <a:lnTo>
                  <a:pt x="19704" y="284753"/>
                </a:lnTo>
                <a:lnTo>
                  <a:pt x="26719" y="331112"/>
                </a:lnTo>
                <a:lnTo>
                  <a:pt x="34768" y="377123"/>
                </a:lnTo>
                <a:lnTo>
                  <a:pt x="43838" y="422776"/>
                </a:lnTo>
                <a:lnTo>
                  <a:pt x="53917" y="468056"/>
                </a:lnTo>
                <a:lnTo>
                  <a:pt x="64993" y="512953"/>
                </a:lnTo>
                <a:lnTo>
                  <a:pt x="77053" y="557454"/>
                </a:lnTo>
                <a:lnTo>
                  <a:pt x="90085" y="601547"/>
                </a:lnTo>
                <a:lnTo>
                  <a:pt x="104077" y="645218"/>
                </a:lnTo>
                <a:lnTo>
                  <a:pt x="119016" y="688457"/>
                </a:lnTo>
                <a:lnTo>
                  <a:pt x="134891" y="731251"/>
                </a:lnTo>
                <a:lnTo>
                  <a:pt x="151689" y="773588"/>
                </a:lnTo>
                <a:lnTo>
                  <a:pt x="169398" y="815455"/>
                </a:lnTo>
                <a:lnTo>
                  <a:pt x="188005" y="856840"/>
                </a:lnTo>
                <a:lnTo>
                  <a:pt x="207499" y="897731"/>
                </a:lnTo>
                <a:lnTo>
                  <a:pt x="227867" y="938116"/>
                </a:lnTo>
                <a:lnTo>
                  <a:pt x="249097" y="977982"/>
                </a:lnTo>
                <a:lnTo>
                  <a:pt x="271176" y="1017317"/>
                </a:lnTo>
                <a:lnTo>
                  <a:pt x="294092" y="1056108"/>
                </a:lnTo>
                <a:lnTo>
                  <a:pt x="317834" y="1094345"/>
                </a:lnTo>
                <a:lnTo>
                  <a:pt x="342388" y="1132014"/>
                </a:lnTo>
                <a:lnTo>
                  <a:pt x="367743" y="1169103"/>
                </a:lnTo>
                <a:lnTo>
                  <a:pt x="393886" y="1205599"/>
                </a:lnTo>
                <a:lnTo>
                  <a:pt x="420806" y="1241492"/>
                </a:lnTo>
                <a:lnTo>
                  <a:pt x="448489" y="1276767"/>
                </a:lnTo>
                <a:lnTo>
                  <a:pt x="476923" y="1311414"/>
                </a:lnTo>
                <a:lnTo>
                  <a:pt x="506097" y="1345419"/>
                </a:lnTo>
                <a:lnTo>
                  <a:pt x="535998" y="1378771"/>
                </a:lnTo>
                <a:lnTo>
                  <a:pt x="566613" y="1411457"/>
                </a:lnTo>
                <a:lnTo>
                  <a:pt x="597931" y="1443466"/>
                </a:lnTo>
                <a:lnTo>
                  <a:pt x="629940" y="1474784"/>
                </a:lnTo>
                <a:lnTo>
                  <a:pt x="662626" y="1505399"/>
                </a:lnTo>
                <a:lnTo>
                  <a:pt x="695978" y="1535300"/>
                </a:lnTo>
                <a:lnTo>
                  <a:pt x="729983" y="1564474"/>
                </a:lnTo>
                <a:lnTo>
                  <a:pt x="764630" y="1592908"/>
                </a:lnTo>
                <a:lnTo>
                  <a:pt x="799905" y="1620591"/>
                </a:lnTo>
                <a:lnTo>
                  <a:pt x="835798" y="1647511"/>
                </a:lnTo>
                <a:lnTo>
                  <a:pt x="872294" y="1673654"/>
                </a:lnTo>
                <a:lnTo>
                  <a:pt x="909383" y="1699009"/>
                </a:lnTo>
                <a:lnTo>
                  <a:pt x="947052" y="1723563"/>
                </a:lnTo>
                <a:lnTo>
                  <a:pt x="985289" y="1747305"/>
                </a:lnTo>
                <a:lnTo>
                  <a:pt x="1024080" y="1770221"/>
                </a:lnTo>
                <a:lnTo>
                  <a:pt x="1063415" y="1792300"/>
                </a:lnTo>
                <a:lnTo>
                  <a:pt x="1103281" y="1813530"/>
                </a:lnTo>
                <a:lnTo>
                  <a:pt x="1143666" y="1833898"/>
                </a:lnTo>
                <a:lnTo>
                  <a:pt x="1184557" y="1853392"/>
                </a:lnTo>
                <a:lnTo>
                  <a:pt x="1225942" y="1871999"/>
                </a:lnTo>
                <a:lnTo>
                  <a:pt x="1267809" y="1889708"/>
                </a:lnTo>
                <a:lnTo>
                  <a:pt x="1310146" y="1906506"/>
                </a:lnTo>
                <a:lnTo>
                  <a:pt x="1352940" y="1922381"/>
                </a:lnTo>
                <a:lnTo>
                  <a:pt x="1396179" y="1937320"/>
                </a:lnTo>
                <a:lnTo>
                  <a:pt x="1439850" y="1951312"/>
                </a:lnTo>
                <a:lnTo>
                  <a:pt x="1483943" y="1964344"/>
                </a:lnTo>
                <a:lnTo>
                  <a:pt x="1528444" y="1976404"/>
                </a:lnTo>
                <a:lnTo>
                  <a:pt x="1573341" y="1987480"/>
                </a:lnTo>
                <a:lnTo>
                  <a:pt x="1618621" y="1997559"/>
                </a:lnTo>
                <a:lnTo>
                  <a:pt x="1664274" y="2006629"/>
                </a:lnTo>
                <a:lnTo>
                  <a:pt x="1710285" y="2014678"/>
                </a:lnTo>
                <a:lnTo>
                  <a:pt x="1756644" y="2021693"/>
                </a:lnTo>
                <a:lnTo>
                  <a:pt x="1803337" y="2027663"/>
                </a:lnTo>
                <a:lnTo>
                  <a:pt x="1850353" y="2032575"/>
                </a:lnTo>
                <a:lnTo>
                  <a:pt x="1897680" y="2036416"/>
                </a:lnTo>
                <a:lnTo>
                  <a:pt x="1945304" y="2039175"/>
                </a:lnTo>
                <a:lnTo>
                  <a:pt x="1993214" y="2040840"/>
                </a:lnTo>
                <a:lnTo>
                  <a:pt x="2041398" y="2041398"/>
                </a:lnTo>
              </a:path>
            </a:pathLst>
          </a:custGeom>
          <a:ln w="127000">
            <a:solidFill>
              <a:srgbClr val="8063A1"/>
            </a:solidFill>
            <a:prstDash val="dash"/>
          </a:ln>
        </p:spPr>
        <p:txBody>
          <a:bodyPr wrap="square" lIns="0" tIns="0" rIns="0" bIns="0" rtlCol="0"/>
          <a:lstStyle/>
          <a:p>
            <a:endParaRPr/>
          </a:p>
        </p:txBody>
      </p:sp>
      <p:sp>
        <p:nvSpPr>
          <p:cNvPr id="5" name="object 5">
            <a:extLst>
              <a:ext uri="{FF2B5EF4-FFF2-40B4-BE49-F238E27FC236}">
                <a16:creationId xmlns:a16="http://schemas.microsoft.com/office/drawing/2014/main" id="{63F81A44-E55D-115C-BC94-397DA08C19C2}"/>
              </a:ext>
            </a:extLst>
          </p:cNvPr>
          <p:cNvSpPr txBox="1"/>
          <p:nvPr/>
        </p:nvSpPr>
        <p:spPr>
          <a:xfrm>
            <a:off x="1055624" y="1843785"/>
            <a:ext cx="10205720" cy="4533549"/>
          </a:xfrm>
          <a:prstGeom prst="rect">
            <a:avLst/>
          </a:prstGeom>
        </p:spPr>
        <p:txBody>
          <a:bodyPr vert="horz" wrap="square" lIns="0" tIns="12700" rIns="0" bIns="0" rtlCol="0">
            <a:spAutoFit/>
          </a:bodyPr>
          <a:lstStyle/>
          <a:p>
            <a:pPr marL="342900" lvl="0" indent="-342900">
              <a:lnSpc>
                <a:spcPct val="150000"/>
              </a:lnSpc>
              <a:buFont typeface="+mj-lt"/>
              <a:buAutoNum type="arabicPeriod"/>
            </a:pPr>
            <a:r>
              <a:rPr lang="en-IN" sz="1800" b="1" dirty="0">
                <a:effectLst/>
                <a:latin typeface="Times New Roman" panose="02020603050405020304" pitchFamily="18" charset="0"/>
                <a:ea typeface="Times New Roman" panose="02020603050405020304" pitchFamily="18" charset="0"/>
              </a:rPr>
              <a:t>C. F. Johnson, S. K. Bandyopadhyay, and P. S. Chakrabarti,</a:t>
            </a:r>
            <a:r>
              <a:rPr lang="en-IN" sz="1800" dirty="0">
                <a:effectLst/>
                <a:latin typeface="Times New Roman" panose="02020603050405020304" pitchFamily="18" charset="0"/>
                <a:ea typeface="Times New Roman" panose="02020603050405020304" pitchFamily="18" charset="0"/>
              </a:rPr>
              <a:t> “Real-time monitoring of air quality using wireless sensor networks,” in </a:t>
            </a:r>
            <a:r>
              <a:rPr lang="en-IN" sz="1800" i="1" dirty="0">
                <a:effectLst/>
                <a:latin typeface="Times New Roman" panose="02020603050405020304" pitchFamily="18" charset="0"/>
                <a:ea typeface="Times New Roman" panose="02020603050405020304" pitchFamily="18" charset="0"/>
              </a:rPr>
              <a:t>Proc. Int. Conf. Communication and Signal Processing</a:t>
            </a:r>
            <a:r>
              <a:rPr lang="en-IN" sz="1800" dirty="0">
                <a:effectLst/>
                <a:latin typeface="Times New Roman" panose="02020603050405020304" pitchFamily="18" charset="0"/>
                <a:ea typeface="Times New Roman" panose="02020603050405020304" pitchFamily="18" charset="0"/>
              </a:rPr>
              <a:t>, Apr. 2016.</a:t>
            </a:r>
          </a:p>
          <a:p>
            <a:pPr marL="342900" lvl="0" indent="-342900">
              <a:lnSpc>
                <a:spcPct val="150000"/>
              </a:lnSpc>
              <a:buFont typeface="+mj-lt"/>
              <a:buAutoNum type="arabicPeriod"/>
            </a:pPr>
            <a:r>
              <a:rPr lang="en-IN" sz="1800" b="1" dirty="0">
                <a:effectLst/>
                <a:latin typeface="Times New Roman" panose="02020603050405020304" pitchFamily="18" charset="0"/>
                <a:ea typeface="Times New Roman" panose="02020603050405020304" pitchFamily="18" charset="0"/>
              </a:rPr>
              <a:t>A. R. Ranjan, A. G. Kulkarni, and M. K. Pandey,</a:t>
            </a:r>
            <a:r>
              <a:rPr lang="en-IN" sz="1800" dirty="0">
                <a:effectLst/>
                <a:latin typeface="Times New Roman" panose="02020603050405020304" pitchFamily="18" charset="0"/>
                <a:ea typeface="Times New Roman" panose="02020603050405020304" pitchFamily="18" charset="0"/>
              </a:rPr>
              <a:t> “Design and implementation of air quality monitoring system based on IoT,” in </a:t>
            </a:r>
            <a:r>
              <a:rPr lang="en-IN" sz="1800" i="1" dirty="0">
                <a:effectLst/>
                <a:latin typeface="Times New Roman" panose="02020603050405020304" pitchFamily="18" charset="0"/>
                <a:ea typeface="Times New Roman" panose="02020603050405020304" pitchFamily="18" charset="0"/>
              </a:rPr>
              <a:t>IEEE Int. Conf. Smart Technologies and Management for Computing, Communication, Controls, Energy and Materials</a:t>
            </a:r>
            <a:r>
              <a:rPr lang="en-IN" sz="1800" dirty="0">
                <a:effectLst/>
                <a:latin typeface="Times New Roman" panose="02020603050405020304" pitchFamily="18" charset="0"/>
                <a:ea typeface="Times New Roman" panose="02020603050405020304" pitchFamily="18" charset="0"/>
              </a:rPr>
              <a:t>, Oct. 2019.</a:t>
            </a:r>
          </a:p>
          <a:p>
            <a:pPr marL="342900" lvl="0" indent="-342900">
              <a:lnSpc>
                <a:spcPct val="150000"/>
              </a:lnSpc>
              <a:buFont typeface="+mj-lt"/>
              <a:buAutoNum type="arabicPeriod"/>
            </a:pPr>
            <a:r>
              <a:rPr lang="en-IN" sz="1800" b="1" dirty="0">
                <a:effectLst/>
                <a:latin typeface="Times New Roman" panose="02020603050405020304" pitchFamily="18" charset="0"/>
                <a:ea typeface="Times New Roman" panose="02020603050405020304" pitchFamily="18" charset="0"/>
              </a:rPr>
              <a:t>L. D. Castro and R. S. Schenkel,</a:t>
            </a:r>
            <a:r>
              <a:rPr lang="en-IN" sz="1800" dirty="0">
                <a:effectLst/>
                <a:latin typeface="Times New Roman" panose="02020603050405020304" pitchFamily="18" charset="0"/>
                <a:ea typeface="Times New Roman" panose="02020603050405020304" pitchFamily="18" charset="0"/>
              </a:rPr>
              <a:t> “Wireless air quality monitoring system using IoT technologies,” in </a:t>
            </a:r>
            <a:r>
              <a:rPr lang="en-IN" sz="1800" i="1" dirty="0">
                <a:effectLst/>
                <a:latin typeface="Times New Roman" panose="02020603050405020304" pitchFamily="18" charset="0"/>
                <a:ea typeface="Times New Roman" panose="02020603050405020304" pitchFamily="18" charset="0"/>
              </a:rPr>
              <a:t>Proc. IEEE Int. Symp. Consumer Electronics (ISCE)</a:t>
            </a:r>
            <a:r>
              <a:rPr lang="en-IN" sz="1800" dirty="0">
                <a:effectLst/>
                <a:latin typeface="Times New Roman" panose="02020603050405020304" pitchFamily="18" charset="0"/>
                <a:ea typeface="Times New Roman" panose="02020603050405020304" pitchFamily="18" charset="0"/>
              </a:rPr>
              <a:t>, Jun. 2018, pp. 1-6.</a:t>
            </a:r>
          </a:p>
          <a:p>
            <a:pPr marL="342900" lvl="0" indent="-342900">
              <a:lnSpc>
                <a:spcPct val="150000"/>
              </a:lnSpc>
              <a:buFont typeface="+mj-lt"/>
              <a:buAutoNum type="arabicPeriod"/>
            </a:pPr>
            <a:r>
              <a:rPr lang="en-IN" sz="1800" b="1" dirty="0">
                <a:effectLst/>
                <a:latin typeface="Times New Roman" panose="02020603050405020304" pitchFamily="18" charset="0"/>
                <a:ea typeface="Times New Roman" panose="02020603050405020304" pitchFamily="18" charset="0"/>
              </a:rPr>
              <a:t>G. M. M. Faris and E. S. El-Alfy,</a:t>
            </a:r>
            <a:r>
              <a:rPr lang="en-IN" sz="1800" dirty="0">
                <a:effectLst/>
                <a:latin typeface="Times New Roman" panose="02020603050405020304" pitchFamily="18" charset="0"/>
                <a:ea typeface="Times New Roman" panose="02020603050405020304" pitchFamily="18" charset="0"/>
              </a:rPr>
              <a:t> “Smart air quality monitoring using internet of things (IoT),” in </a:t>
            </a:r>
            <a:r>
              <a:rPr lang="en-IN" sz="1800" i="1" dirty="0">
                <a:effectLst/>
                <a:latin typeface="Times New Roman" panose="02020603050405020304" pitchFamily="18" charset="0"/>
                <a:ea typeface="Times New Roman" panose="02020603050405020304" pitchFamily="18" charset="0"/>
              </a:rPr>
              <a:t>2020 Int. Conf. Electrical Engineering and Computer Science (ICEECS)</a:t>
            </a:r>
            <a:r>
              <a:rPr lang="en-IN" sz="1800" dirty="0">
                <a:effectLst/>
                <a:latin typeface="Times New Roman" panose="02020603050405020304" pitchFamily="18" charset="0"/>
                <a:ea typeface="Times New Roman" panose="02020603050405020304" pitchFamily="18" charset="0"/>
              </a:rPr>
              <a:t>, Aug. 2020, pp. 1-6.</a:t>
            </a:r>
          </a:p>
          <a:p>
            <a:pPr marL="342900" lvl="0" indent="-342900">
              <a:lnSpc>
                <a:spcPct val="150000"/>
              </a:lnSpc>
              <a:buFont typeface="+mj-lt"/>
              <a:buAutoNum type="arabicPeriod"/>
            </a:pPr>
            <a:r>
              <a:rPr lang="en-IN" sz="1800" b="1" dirty="0">
                <a:effectLst/>
                <a:latin typeface="Times New Roman" panose="02020603050405020304" pitchFamily="18" charset="0"/>
                <a:ea typeface="Times New Roman" panose="02020603050405020304" pitchFamily="18" charset="0"/>
              </a:rPr>
              <a:t>S. </a:t>
            </a:r>
            <a:r>
              <a:rPr lang="en-IN" sz="1800" b="1" dirty="0" err="1">
                <a:effectLst/>
                <a:latin typeface="Times New Roman" panose="02020603050405020304" pitchFamily="18" charset="0"/>
                <a:ea typeface="Times New Roman" panose="02020603050405020304" pitchFamily="18" charset="0"/>
              </a:rPr>
              <a:t>Fefilatyev</a:t>
            </a:r>
            <a:r>
              <a:rPr lang="en-IN" sz="1800" b="1" dirty="0">
                <a:effectLst/>
                <a:latin typeface="Times New Roman" panose="02020603050405020304" pitchFamily="18" charset="0"/>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 “Algorithms for Visual Maritime Surveillance with Rapidly Moving Camera,” </a:t>
            </a:r>
            <a:r>
              <a:rPr lang="en-IN" sz="1800" i="1" dirty="0">
                <a:effectLst/>
                <a:latin typeface="Times New Roman" panose="02020603050405020304" pitchFamily="18" charset="0"/>
                <a:ea typeface="Times New Roman" panose="02020603050405020304" pitchFamily="18" charset="0"/>
              </a:rPr>
              <a:t>Ph.D. dissertation</a:t>
            </a:r>
            <a:r>
              <a:rPr lang="en-IN" sz="1800" dirty="0">
                <a:effectLst/>
                <a:latin typeface="Times New Roman" panose="02020603050405020304" pitchFamily="18" charset="0"/>
                <a:ea typeface="Times New Roman" panose="02020603050405020304" pitchFamily="18" charset="0"/>
              </a:rPr>
              <a:t>, Univ. South Florida, 2012.</a:t>
            </a:r>
          </a:p>
        </p:txBody>
      </p:sp>
    </p:spTree>
    <p:extLst>
      <p:ext uri="{BB962C8B-B14F-4D97-AF65-F5344CB8AC3E}">
        <p14:creationId xmlns:p14="http://schemas.microsoft.com/office/powerpoint/2010/main" val="1031482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209276" y="0"/>
            <a:ext cx="1134110" cy="478790"/>
          </a:xfrm>
          <a:custGeom>
            <a:avLst/>
            <a:gdLst/>
            <a:ahLst/>
            <a:cxnLst/>
            <a:rect l="l" t="t" r="r" b="b"/>
            <a:pathLst>
              <a:path w="1134109" h="478790">
                <a:moveTo>
                  <a:pt x="1133855" y="0"/>
                </a:moveTo>
                <a:lnTo>
                  <a:pt x="0" y="0"/>
                </a:lnTo>
                <a:lnTo>
                  <a:pt x="1650" y="16891"/>
                </a:lnTo>
                <a:lnTo>
                  <a:pt x="12982" y="62669"/>
                </a:lnTo>
                <a:lnTo>
                  <a:pt x="27864" y="106933"/>
                </a:lnTo>
                <a:lnTo>
                  <a:pt x="46135" y="149518"/>
                </a:lnTo>
                <a:lnTo>
                  <a:pt x="67632" y="190264"/>
                </a:lnTo>
                <a:lnTo>
                  <a:pt x="92192" y="229006"/>
                </a:lnTo>
                <a:lnTo>
                  <a:pt x="119655" y="265584"/>
                </a:lnTo>
                <a:lnTo>
                  <a:pt x="149858" y="299833"/>
                </a:lnTo>
                <a:lnTo>
                  <a:pt x="182639" y="331592"/>
                </a:lnTo>
                <a:lnTo>
                  <a:pt x="217835" y="360699"/>
                </a:lnTo>
                <a:lnTo>
                  <a:pt x="255286" y="386989"/>
                </a:lnTo>
                <a:lnTo>
                  <a:pt x="294827" y="410302"/>
                </a:lnTo>
                <a:lnTo>
                  <a:pt x="336299" y="430474"/>
                </a:lnTo>
                <a:lnTo>
                  <a:pt x="379538" y="447342"/>
                </a:lnTo>
                <a:lnTo>
                  <a:pt x="424382" y="460746"/>
                </a:lnTo>
                <a:lnTo>
                  <a:pt x="470670" y="470521"/>
                </a:lnTo>
                <a:lnTo>
                  <a:pt x="518239" y="476505"/>
                </a:lnTo>
                <a:lnTo>
                  <a:pt x="566927" y="478536"/>
                </a:lnTo>
                <a:lnTo>
                  <a:pt x="615616" y="476505"/>
                </a:lnTo>
                <a:lnTo>
                  <a:pt x="663185" y="470521"/>
                </a:lnTo>
                <a:lnTo>
                  <a:pt x="709473" y="460746"/>
                </a:lnTo>
                <a:lnTo>
                  <a:pt x="754317" y="447342"/>
                </a:lnTo>
                <a:lnTo>
                  <a:pt x="797556" y="430474"/>
                </a:lnTo>
                <a:lnTo>
                  <a:pt x="839028" y="410302"/>
                </a:lnTo>
                <a:lnTo>
                  <a:pt x="878569" y="386989"/>
                </a:lnTo>
                <a:lnTo>
                  <a:pt x="916020" y="360699"/>
                </a:lnTo>
                <a:lnTo>
                  <a:pt x="951216" y="331592"/>
                </a:lnTo>
                <a:lnTo>
                  <a:pt x="983997" y="299833"/>
                </a:lnTo>
                <a:lnTo>
                  <a:pt x="1014200" y="265584"/>
                </a:lnTo>
                <a:lnTo>
                  <a:pt x="1041663" y="229006"/>
                </a:lnTo>
                <a:lnTo>
                  <a:pt x="1066223" y="190264"/>
                </a:lnTo>
                <a:lnTo>
                  <a:pt x="1087720" y="149518"/>
                </a:lnTo>
                <a:lnTo>
                  <a:pt x="1105991" y="106933"/>
                </a:lnTo>
                <a:lnTo>
                  <a:pt x="1120873" y="62669"/>
                </a:lnTo>
                <a:lnTo>
                  <a:pt x="1132204" y="16891"/>
                </a:lnTo>
                <a:lnTo>
                  <a:pt x="1133855" y="0"/>
                </a:lnTo>
                <a:close/>
              </a:path>
            </a:pathLst>
          </a:custGeom>
          <a:solidFill>
            <a:srgbClr val="8063A1"/>
          </a:solidFill>
        </p:spPr>
        <p:txBody>
          <a:bodyPr wrap="square" lIns="0" tIns="0" rIns="0" bIns="0" rtlCol="0"/>
          <a:lstStyle/>
          <a:p>
            <a:endParaRPr/>
          </a:p>
        </p:txBody>
      </p:sp>
      <p:sp>
        <p:nvSpPr>
          <p:cNvPr id="4" name="object 4"/>
          <p:cNvSpPr/>
          <p:nvPr/>
        </p:nvSpPr>
        <p:spPr>
          <a:xfrm>
            <a:off x="557022" y="4226052"/>
            <a:ext cx="2041525" cy="2041525"/>
          </a:xfrm>
          <a:custGeom>
            <a:avLst/>
            <a:gdLst/>
            <a:ahLst/>
            <a:cxnLst/>
            <a:rect l="l" t="t" r="r" b="b"/>
            <a:pathLst>
              <a:path w="2041525" h="2041525">
                <a:moveTo>
                  <a:pt x="0" y="0"/>
                </a:moveTo>
                <a:lnTo>
                  <a:pt x="557" y="48183"/>
                </a:lnTo>
                <a:lnTo>
                  <a:pt x="2222" y="96093"/>
                </a:lnTo>
                <a:lnTo>
                  <a:pt x="4981" y="143717"/>
                </a:lnTo>
                <a:lnTo>
                  <a:pt x="8822" y="191044"/>
                </a:lnTo>
                <a:lnTo>
                  <a:pt x="13734" y="238060"/>
                </a:lnTo>
                <a:lnTo>
                  <a:pt x="19704" y="284753"/>
                </a:lnTo>
                <a:lnTo>
                  <a:pt x="26719" y="331112"/>
                </a:lnTo>
                <a:lnTo>
                  <a:pt x="34768" y="377123"/>
                </a:lnTo>
                <a:lnTo>
                  <a:pt x="43838" y="422776"/>
                </a:lnTo>
                <a:lnTo>
                  <a:pt x="53917" y="468056"/>
                </a:lnTo>
                <a:lnTo>
                  <a:pt x="64993" y="512953"/>
                </a:lnTo>
                <a:lnTo>
                  <a:pt x="77053" y="557454"/>
                </a:lnTo>
                <a:lnTo>
                  <a:pt x="90085" y="601547"/>
                </a:lnTo>
                <a:lnTo>
                  <a:pt x="104077" y="645218"/>
                </a:lnTo>
                <a:lnTo>
                  <a:pt x="119016" y="688457"/>
                </a:lnTo>
                <a:lnTo>
                  <a:pt x="134891" y="731251"/>
                </a:lnTo>
                <a:lnTo>
                  <a:pt x="151689" y="773588"/>
                </a:lnTo>
                <a:lnTo>
                  <a:pt x="169398" y="815455"/>
                </a:lnTo>
                <a:lnTo>
                  <a:pt x="188005" y="856840"/>
                </a:lnTo>
                <a:lnTo>
                  <a:pt x="207499" y="897731"/>
                </a:lnTo>
                <a:lnTo>
                  <a:pt x="227867" y="938116"/>
                </a:lnTo>
                <a:lnTo>
                  <a:pt x="249097" y="977982"/>
                </a:lnTo>
                <a:lnTo>
                  <a:pt x="271176" y="1017317"/>
                </a:lnTo>
                <a:lnTo>
                  <a:pt x="294092" y="1056108"/>
                </a:lnTo>
                <a:lnTo>
                  <a:pt x="317834" y="1094345"/>
                </a:lnTo>
                <a:lnTo>
                  <a:pt x="342388" y="1132014"/>
                </a:lnTo>
                <a:lnTo>
                  <a:pt x="367743" y="1169103"/>
                </a:lnTo>
                <a:lnTo>
                  <a:pt x="393886" y="1205599"/>
                </a:lnTo>
                <a:lnTo>
                  <a:pt x="420806" y="1241492"/>
                </a:lnTo>
                <a:lnTo>
                  <a:pt x="448489" y="1276767"/>
                </a:lnTo>
                <a:lnTo>
                  <a:pt x="476923" y="1311414"/>
                </a:lnTo>
                <a:lnTo>
                  <a:pt x="506097" y="1345419"/>
                </a:lnTo>
                <a:lnTo>
                  <a:pt x="535998" y="1378771"/>
                </a:lnTo>
                <a:lnTo>
                  <a:pt x="566613" y="1411457"/>
                </a:lnTo>
                <a:lnTo>
                  <a:pt x="597931" y="1443466"/>
                </a:lnTo>
                <a:lnTo>
                  <a:pt x="629940" y="1474784"/>
                </a:lnTo>
                <a:lnTo>
                  <a:pt x="662626" y="1505399"/>
                </a:lnTo>
                <a:lnTo>
                  <a:pt x="695978" y="1535300"/>
                </a:lnTo>
                <a:lnTo>
                  <a:pt x="729983" y="1564474"/>
                </a:lnTo>
                <a:lnTo>
                  <a:pt x="764630" y="1592908"/>
                </a:lnTo>
                <a:lnTo>
                  <a:pt x="799905" y="1620591"/>
                </a:lnTo>
                <a:lnTo>
                  <a:pt x="835798" y="1647511"/>
                </a:lnTo>
                <a:lnTo>
                  <a:pt x="872294" y="1673654"/>
                </a:lnTo>
                <a:lnTo>
                  <a:pt x="909383" y="1699009"/>
                </a:lnTo>
                <a:lnTo>
                  <a:pt x="947052" y="1723563"/>
                </a:lnTo>
                <a:lnTo>
                  <a:pt x="985289" y="1747305"/>
                </a:lnTo>
                <a:lnTo>
                  <a:pt x="1024080" y="1770221"/>
                </a:lnTo>
                <a:lnTo>
                  <a:pt x="1063415" y="1792300"/>
                </a:lnTo>
                <a:lnTo>
                  <a:pt x="1103281" y="1813530"/>
                </a:lnTo>
                <a:lnTo>
                  <a:pt x="1143666" y="1833898"/>
                </a:lnTo>
                <a:lnTo>
                  <a:pt x="1184557" y="1853392"/>
                </a:lnTo>
                <a:lnTo>
                  <a:pt x="1225942" y="1871999"/>
                </a:lnTo>
                <a:lnTo>
                  <a:pt x="1267809" y="1889708"/>
                </a:lnTo>
                <a:lnTo>
                  <a:pt x="1310146" y="1906506"/>
                </a:lnTo>
                <a:lnTo>
                  <a:pt x="1352940" y="1922381"/>
                </a:lnTo>
                <a:lnTo>
                  <a:pt x="1396179" y="1937320"/>
                </a:lnTo>
                <a:lnTo>
                  <a:pt x="1439850" y="1951312"/>
                </a:lnTo>
                <a:lnTo>
                  <a:pt x="1483943" y="1964344"/>
                </a:lnTo>
                <a:lnTo>
                  <a:pt x="1528444" y="1976404"/>
                </a:lnTo>
                <a:lnTo>
                  <a:pt x="1573341" y="1987480"/>
                </a:lnTo>
                <a:lnTo>
                  <a:pt x="1618621" y="1997559"/>
                </a:lnTo>
                <a:lnTo>
                  <a:pt x="1664274" y="2006629"/>
                </a:lnTo>
                <a:lnTo>
                  <a:pt x="1710285" y="2014678"/>
                </a:lnTo>
                <a:lnTo>
                  <a:pt x="1756644" y="2021693"/>
                </a:lnTo>
                <a:lnTo>
                  <a:pt x="1803337" y="2027663"/>
                </a:lnTo>
                <a:lnTo>
                  <a:pt x="1850353" y="2032575"/>
                </a:lnTo>
                <a:lnTo>
                  <a:pt x="1897680" y="2036416"/>
                </a:lnTo>
                <a:lnTo>
                  <a:pt x="1945304" y="2039175"/>
                </a:lnTo>
                <a:lnTo>
                  <a:pt x="1993214" y="2040840"/>
                </a:lnTo>
                <a:lnTo>
                  <a:pt x="2041398" y="2041398"/>
                </a:lnTo>
              </a:path>
            </a:pathLst>
          </a:custGeom>
          <a:ln w="127000">
            <a:solidFill>
              <a:srgbClr val="8063A1"/>
            </a:solidFill>
            <a:prstDash val="dash"/>
          </a:ln>
        </p:spPr>
        <p:txBody>
          <a:bodyPr wrap="square" lIns="0" tIns="0" rIns="0" bIns="0" rtlCol="0"/>
          <a:lstStyle/>
          <a:p>
            <a:endParaRPr/>
          </a:p>
        </p:txBody>
      </p:sp>
      <p:sp>
        <p:nvSpPr>
          <p:cNvPr id="5" name="object 5"/>
          <p:cNvSpPr txBox="1"/>
          <p:nvPr/>
        </p:nvSpPr>
        <p:spPr>
          <a:xfrm>
            <a:off x="1120189" y="1371600"/>
            <a:ext cx="10205720" cy="3702552"/>
          </a:xfrm>
          <a:prstGeom prst="rect">
            <a:avLst/>
          </a:prstGeom>
        </p:spPr>
        <p:txBody>
          <a:bodyPr vert="horz" wrap="square" lIns="0" tIns="12700" rIns="0" bIns="0" rtlCol="0">
            <a:spAutoFit/>
          </a:bodyPr>
          <a:lstStyle/>
          <a:p>
            <a:pPr marL="342900" lvl="0" indent="-342900">
              <a:lnSpc>
                <a:spcPct val="150000"/>
              </a:lnSpc>
              <a:buFont typeface="+mj-lt"/>
              <a:buAutoNum type="arabicPeriod" startAt="6"/>
            </a:pPr>
            <a:r>
              <a:rPr lang="en-IN" sz="1800" b="1" dirty="0">
                <a:effectLst/>
                <a:latin typeface="Times New Roman" panose="02020603050405020304" pitchFamily="18" charset="0"/>
                <a:ea typeface="Times New Roman" panose="02020603050405020304" pitchFamily="18" charset="0"/>
              </a:rPr>
              <a:t>Digi-Key Corporation.</a:t>
            </a:r>
            <a:r>
              <a:rPr lang="en-IN" sz="1800" dirty="0">
                <a:effectLst/>
                <a:latin typeface="Times New Roman" panose="02020603050405020304" pitchFamily="18" charset="0"/>
                <a:ea typeface="Times New Roman" panose="02020603050405020304" pitchFamily="18" charset="0"/>
              </a:rPr>
              <a:t> [Online]. Available: </a:t>
            </a:r>
            <a:r>
              <a:rPr lang="en-IN" sz="1800" u="sng" dirty="0">
                <a:solidFill>
                  <a:srgbClr val="0000FF"/>
                </a:solidFill>
                <a:effectLst/>
                <a:latin typeface="Times New Roman" panose="02020603050405020304" pitchFamily="18" charset="0"/>
                <a:ea typeface="Times New Roman" panose="02020603050405020304" pitchFamily="18" charset="0"/>
                <a:hlinkClick r:id="rId2"/>
              </a:rPr>
              <a:t>http://www.digikey.com</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mj-lt"/>
              <a:buAutoNum type="arabicPeriod" startAt="6"/>
            </a:pPr>
            <a:r>
              <a:rPr lang="en-IN" sz="1800" b="1" dirty="0">
                <a:effectLst/>
                <a:latin typeface="Times New Roman" panose="02020603050405020304" pitchFamily="18" charset="0"/>
                <a:ea typeface="Times New Roman" panose="02020603050405020304" pitchFamily="18" charset="0"/>
              </a:rPr>
              <a:t>A. Wu,</a:t>
            </a:r>
            <a:r>
              <a:rPr lang="en-IN" sz="1800" dirty="0">
                <a:effectLst/>
                <a:latin typeface="Times New Roman" panose="02020603050405020304" pitchFamily="18" charset="0"/>
                <a:ea typeface="Times New Roman" panose="02020603050405020304" pitchFamily="18" charset="0"/>
              </a:rPr>
              <a:t> “IoT Air Quality Sensors: A Comprehensive Guide,” </a:t>
            </a:r>
            <a:r>
              <a:rPr lang="en-IN" sz="1800" i="1" dirty="0">
                <a:effectLst/>
                <a:latin typeface="Times New Roman" panose="02020603050405020304" pitchFamily="18" charset="0"/>
                <a:ea typeface="Times New Roman" panose="02020603050405020304" pitchFamily="18" charset="0"/>
              </a:rPr>
              <a:t>All About Circuits</a:t>
            </a:r>
            <a:r>
              <a:rPr lang="en-IN" sz="1800" dirty="0">
                <a:effectLst/>
                <a:latin typeface="Times New Roman" panose="02020603050405020304" pitchFamily="18" charset="0"/>
                <a:ea typeface="Times New Roman" panose="02020603050405020304" pitchFamily="18" charset="0"/>
              </a:rPr>
              <a:t>, 2021. [Online]. Available: </a:t>
            </a:r>
            <a:r>
              <a:rPr lang="en-IN" sz="1800" u="sng" dirty="0">
                <a:solidFill>
                  <a:srgbClr val="0000FF"/>
                </a:solidFill>
                <a:effectLst/>
                <a:latin typeface="Times New Roman" panose="02020603050405020304" pitchFamily="18" charset="0"/>
                <a:ea typeface="Times New Roman" panose="02020603050405020304" pitchFamily="18" charset="0"/>
                <a:hlinkClick r:id="rId3"/>
              </a:rPr>
              <a:t>https://www.allaboutcircuits.com</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mj-lt"/>
              <a:buAutoNum type="arabicPeriod" startAt="6"/>
            </a:pPr>
            <a:r>
              <a:rPr lang="en-IN" sz="1800" b="1" dirty="0">
                <a:effectLst/>
                <a:latin typeface="Times New Roman" panose="02020603050405020304" pitchFamily="18" charset="0"/>
                <a:ea typeface="Times New Roman" panose="02020603050405020304" pitchFamily="18" charset="0"/>
              </a:rPr>
              <a:t>R. K. Gupta, S. Dey, and T. Banerjee,</a:t>
            </a:r>
            <a:r>
              <a:rPr lang="en-IN" sz="1800" dirty="0">
                <a:effectLst/>
                <a:latin typeface="Times New Roman" panose="02020603050405020304" pitchFamily="18" charset="0"/>
                <a:ea typeface="Times New Roman" panose="02020603050405020304" pitchFamily="18" charset="0"/>
              </a:rPr>
              <a:t> “IoT-enabled air quality monitoring system for smart cities,” in </a:t>
            </a:r>
            <a:r>
              <a:rPr lang="en-IN" sz="1800" i="1" dirty="0">
                <a:effectLst/>
                <a:latin typeface="Times New Roman" panose="02020603050405020304" pitchFamily="18" charset="0"/>
                <a:ea typeface="Times New Roman" panose="02020603050405020304" pitchFamily="18" charset="0"/>
              </a:rPr>
              <a:t>Proc. IEEE Sensors Conf.</a:t>
            </a:r>
            <a:r>
              <a:rPr lang="en-IN" sz="1800" dirty="0">
                <a:effectLst/>
                <a:latin typeface="Times New Roman" panose="02020603050405020304" pitchFamily="18" charset="0"/>
                <a:ea typeface="Times New Roman" panose="02020603050405020304" pitchFamily="18" charset="0"/>
              </a:rPr>
              <a:t>, Sep. 2021, pp. 1045-1052.</a:t>
            </a:r>
          </a:p>
          <a:p>
            <a:pPr marL="342900" lvl="0" indent="-342900">
              <a:lnSpc>
                <a:spcPct val="150000"/>
              </a:lnSpc>
              <a:buFont typeface="+mj-lt"/>
              <a:buAutoNum type="arabicPeriod" startAt="6"/>
            </a:pPr>
            <a:r>
              <a:rPr lang="en-IN" sz="1800" b="1" dirty="0">
                <a:effectLst/>
                <a:latin typeface="Times New Roman" panose="02020603050405020304" pitchFamily="18" charset="0"/>
                <a:ea typeface="Times New Roman" panose="02020603050405020304" pitchFamily="18" charset="0"/>
              </a:rPr>
              <a:t>H. K. Sharma, M. R. Islam, and A. Choudhury,</a:t>
            </a:r>
            <a:r>
              <a:rPr lang="en-IN" sz="1800" dirty="0">
                <a:effectLst/>
                <a:latin typeface="Times New Roman" panose="02020603050405020304" pitchFamily="18" charset="0"/>
                <a:ea typeface="Times New Roman" panose="02020603050405020304" pitchFamily="18" charset="0"/>
              </a:rPr>
              <a:t> “A low-cost IoT-based air pollution monitoring system using ESP32,” in </a:t>
            </a:r>
            <a:r>
              <a:rPr lang="en-IN" sz="1800" i="1" dirty="0">
                <a:effectLst/>
                <a:latin typeface="Times New Roman" panose="02020603050405020304" pitchFamily="18" charset="0"/>
                <a:ea typeface="Times New Roman" panose="02020603050405020304" pitchFamily="18" charset="0"/>
              </a:rPr>
              <a:t>Proc. 2022 IEEE Conf. Emerging Technologies (ICET)</a:t>
            </a:r>
            <a:r>
              <a:rPr lang="en-IN" sz="1800" dirty="0">
                <a:effectLst/>
                <a:latin typeface="Times New Roman" panose="02020603050405020304" pitchFamily="18" charset="0"/>
                <a:ea typeface="Times New Roman" panose="02020603050405020304" pitchFamily="18" charset="0"/>
              </a:rPr>
              <a:t>, Dec. 2022, pp. 158-163.</a:t>
            </a:r>
          </a:p>
          <a:p>
            <a:pPr marL="342900" lvl="0" indent="-342900">
              <a:lnSpc>
                <a:spcPct val="150000"/>
              </a:lnSpc>
              <a:buFont typeface="+mj-lt"/>
              <a:buAutoNum type="arabicPeriod" startAt="6"/>
            </a:pPr>
            <a:r>
              <a:rPr lang="en-IN" sz="1800" b="1" dirty="0">
                <a:effectLst/>
                <a:latin typeface="Times New Roman" panose="02020603050405020304" pitchFamily="18" charset="0"/>
                <a:ea typeface="Times New Roman" panose="02020603050405020304" pitchFamily="18" charset="0"/>
              </a:rPr>
              <a:t>M. A. Khan and F. Zhang,</a:t>
            </a:r>
            <a:r>
              <a:rPr lang="en-IN" sz="1800" dirty="0">
                <a:effectLst/>
                <a:latin typeface="Times New Roman" panose="02020603050405020304" pitchFamily="18" charset="0"/>
                <a:ea typeface="Times New Roman" panose="02020603050405020304" pitchFamily="18" charset="0"/>
              </a:rPr>
              <a:t> “Design and implementation of an air quality index prediction system using IoT and machine learning,” in </a:t>
            </a:r>
            <a:r>
              <a:rPr lang="en-IN" sz="1800" i="1" dirty="0">
                <a:effectLst/>
                <a:latin typeface="Times New Roman" panose="02020603050405020304" pitchFamily="18" charset="0"/>
                <a:ea typeface="Times New Roman" panose="02020603050405020304" pitchFamily="18" charset="0"/>
              </a:rPr>
              <a:t>Proc. IEEE Int. Conf. Artificial Intelligence and IoT (</a:t>
            </a:r>
            <a:r>
              <a:rPr lang="en-IN" sz="1800" i="1" dirty="0" err="1">
                <a:effectLst/>
                <a:latin typeface="Times New Roman" panose="02020603050405020304" pitchFamily="18" charset="0"/>
                <a:ea typeface="Times New Roman" panose="02020603050405020304" pitchFamily="18" charset="0"/>
              </a:rPr>
              <a:t>AIIoT</a:t>
            </a:r>
            <a:r>
              <a:rPr lang="en-IN" sz="1800" i="1" dirty="0">
                <a:effectLst/>
                <a:latin typeface="Times New Roman" panose="02020603050405020304" pitchFamily="18" charset="0"/>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 Oct.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1F5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